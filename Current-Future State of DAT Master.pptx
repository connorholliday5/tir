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2" r:id="rId2"/>
  </p:sldMasterIdLst>
  <p:notesMasterIdLst>
    <p:notesMasterId r:id="rId14"/>
  </p:notesMasterIdLst>
  <p:handoutMasterIdLst>
    <p:handoutMasterId r:id="rId15"/>
  </p:handoutMasterIdLst>
  <p:sldIdLst>
    <p:sldId id="256" r:id="rId3"/>
    <p:sldId id="390" r:id="rId4"/>
    <p:sldId id="404" r:id="rId5"/>
    <p:sldId id="395" r:id="rId6"/>
    <p:sldId id="409" r:id="rId7"/>
    <p:sldId id="405" r:id="rId8"/>
    <p:sldId id="391" r:id="rId9"/>
    <p:sldId id="410" r:id="rId10"/>
    <p:sldId id="403" r:id="rId11"/>
    <p:sldId id="398" r:id="rId12"/>
    <p:sldId id="397" r:id="rId13"/>
  </p:sldIdLst>
  <p:sldSz cx="9144000" cy="6858000" type="screen4x3"/>
  <p:notesSz cx="7010400" cy="9236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20000"/>
      </a:spcBef>
      <a:spcAft>
        <a:spcPct val="0"/>
      </a:spcAft>
      <a:buClr>
        <a:schemeClr val="tx1"/>
      </a:buClr>
      <a:buSzPct val="90000"/>
      <a:buFont typeface="Monotype Sorts" pitchFamily="2" charset="2"/>
      <a:defRPr sz="1999" kern="1200">
        <a:solidFill>
          <a:schemeClr val="tx1"/>
        </a:solidFill>
        <a:latin typeface="Arial" pitchFamily="34" charset="0"/>
        <a:ea typeface="+mn-ea"/>
        <a:cs typeface="+mn-cs"/>
      </a:defRPr>
    </a:lvl1pPr>
    <a:lvl2pPr marL="457113" algn="l" rtl="0" eaLnBrk="0" fontAlgn="base" hangingPunct="0">
      <a:spcBef>
        <a:spcPct val="20000"/>
      </a:spcBef>
      <a:spcAft>
        <a:spcPct val="0"/>
      </a:spcAft>
      <a:buClr>
        <a:schemeClr val="tx1"/>
      </a:buClr>
      <a:buSzPct val="90000"/>
      <a:buFont typeface="Monotype Sorts" pitchFamily="2" charset="2"/>
      <a:defRPr sz="1999" kern="1200">
        <a:solidFill>
          <a:schemeClr val="tx1"/>
        </a:solidFill>
        <a:latin typeface="Arial" pitchFamily="34" charset="0"/>
        <a:ea typeface="+mn-ea"/>
        <a:cs typeface="+mn-cs"/>
      </a:defRPr>
    </a:lvl2pPr>
    <a:lvl3pPr marL="914226" algn="l" rtl="0" eaLnBrk="0" fontAlgn="base" hangingPunct="0">
      <a:spcBef>
        <a:spcPct val="20000"/>
      </a:spcBef>
      <a:spcAft>
        <a:spcPct val="0"/>
      </a:spcAft>
      <a:buClr>
        <a:schemeClr val="tx1"/>
      </a:buClr>
      <a:buSzPct val="90000"/>
      <a:buFont typeface="Monotype Sorts" pitchFamily="2" charset="2"/>
      <a:defRPr sz="1999" kern="1200">
        <a:solidFill>
          <a:schemeClr val="tx1"/>
        </a:solidFill>
        <a:latin typeface="Arial" pitchFamily="34" charset="0"/>
        <a:ea typeface="+mn-ea"/>
        <a:cs typeface="+mn-cs"/>
      </a:defRPr>
    </a:lvl3pPr>
    <a:lvl4pPr marL="1371341" algn="l" rtl="0" eaLnBrk="0" fontAlgn="base" hangingPunct="0">
      <a:spcBef>
        <a:spcPct val="20000"/>
      </a:spcBef>
      <a:spcAft>
        <a:spcPct val="0"/>
      </a:spcAft>
      <a:buClr>
        <a:schemeClr val="tx1"/>
      </a:buClr>
      <a:buSzPct val="90000"/>
      <a:buFont typeface="Monotype Sorts" pitchFamily="2" charset="2"/>
      <a:defRPr sz="1999" kern="1200">
        <a:solidFill>
          <a:schemeClr val="tx1"/>
        </a:solidFill>
        <a:latin typeface="Arial" pitchFamily="34" charset="0"/>
        <a:ea typeface="+mn-ea"/>
        <a:cs typeface="+mn-cs"/>
      </a:defRPr>
    </a:lvl4pPr>
    <a:lvl5pPr marL="1828453" algn="l" rtl="0" eaLnBrk="0" fontAlgn="base" hangingPunct="0">
      <a:spcBef>
        <a:spcPct val="20000"/>
      </a:spcBef>
      <a:spcAft>
        <a:spcPct val="0"/>
      </a:spcAft>
      <a:buClr>
        <a:schemeClr val="tx1"/>
      </a:buClr>
      <a:buSzPct val="90000"/>
      <a:buFont typeface="Monotype Sorts" pitchFamily="2" charset="2"/>
      <a:defRPr sz="1999" kern="1200">
        <a:solidFill>
          <a:schemeClr val="tx1"/>
        </a:solidFill>
        <a:latin typeface="Arial" pitchFamily="34" charset="0"/>
        <a:ea typeface="+mn-ea"/>
        <a:cs typeface="+mn-cs"/>
      </a:defRPr>
    </a:lvl5pPr>
    <a:lvl6pPr marL="2285566" algn="l" defTabSz="914226" rtl="0" eaLnBrk="1" latinLnBrk="0" hangingPunct="1">
      <a:defRPr sz="1999" kern="1200">
        <a:solidFill>
          <a:schemeClr val="tx1"/>
        </a:solidFill>
        <a:latin typeface="Arial" pitchFamily="34" charset="0"/>
        <a:ea typeface="+mn-ea"/>
        <a:cs typeface="+mn-cs"/>
      </a:defRPr>
    </a:lvl6pPr>
    <a:lvl7pPr marL="2742679" algn="l" defTabSz="914226" rtl="0" eaLnBrk="1" latinLnBrk="0" hangingPunct="1">
      <a:defRPr sz="1999" kern="1200">
        <a:solidFill>
          <a:schemeClr val="tx1"/>
        </a:solidFill>
        <a:latin typeface="Arial" pitchFamily="34" charset="0"/>
        <a:ea typeface="+mn-ea"/>
        <a:cs typeface="+mn-cs"/>
      </a:defRPr>
    </a:lvl7pPr>
    <a:lvl8pPr marL="3199794" algn="l" defTabSz="914226" rtl="0" eaLnBrk="1" latinLnBrk="0" hangingPunct="1">
      <a:defRPr sz="1999" kern="1200">
        <a:solidFill>
          <a:schemeClr val="tx1"/>
        </a:solidFill>
        <a:latin typeface="Arial" pitchFamily="34" charset="0"/>
        <a:ea typeface="+mn-ea"/>
        <a:cs typeface="+mn-cs"/>
      </a:defRPr>
    </a:lvl8pPr>
    <a:lvl9pPr marL="3656907" algn="l" defTabSz="914226" rtl="0" eaLnBrk="1" latinLnBrk="0" hangingPunct="1">
      <a:defRPr sz="1999" kern="1200">
        <a:solidFill>
          <a:schemeClr val="tx1"/>
        </a:solidFill>
        <a:latin typeface="Arial" pitchFamily="34" charset="0"/>
        <a:ea typeface="+mn-ea"/>
        <a:cs typeface="+mn-cs"/>
      </a:defRPr>
    </a:lvl9pPr>
  </p:defaultTextStyle>
  <p:extLst>
    <p:ext uri="{521415D9-36F7-43E2-AB2F-B90AF26B5E84}">
      <p14:sectionLst xmlns:p14="http://schemas.microsoft.com/office/powerpoint/2010/main">
        <p14:section name="Default Section" id="{5CD008EB-8632-4153-A240-8126D7D42AA0}">
          <p14:sldIdLst>
            <p14:sldId id="256"/>
            <p14:sldId id="390"/>
            <p14:sldId id="404"/>
            <p14:sldId id="395"/>
            <p14:sldId id="409"/>
            <p14:sldId id="405"/>
            <p14:sldId id="391"/>
            <p14:sldId id="410"/>
            <p14:sldId id="403"/>
            <p14:sldId id="398"/>
            <p14:sldId id="397"/>
          </p14:sldIdLst>
        </p14:section>
      </p14:sectionLst>
    </p:ext>
    <p:ext uri="{EFAFB233-063F-42B5-8137-9DF3F51BA10A}">
      <p15:sldGuideLst xmlns:p15="http://schemas.microsoft.com/office/powerpoint/2012/main">
        <p15:guide id="1" orient="horz" pos="2160" userDrawn="1">
          <p15:clr>
            <a:srgbClr val="A4A3A4"/>
          </p15:clr>
        </p15:guide>
        <p15:guide id="2" pos="480" userDrawn="1">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Tabilas" initials="AV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B8BFF"/>
    <a:srgbClr val="FF0000"/>
    <a:srgbClr val="FFFF00"/>
    <a:srgbClr val="3D001C"/>
    <a:srgbClr val="5E0007"/>
    <a:srgbClr val="192E7D"/>
    <a:srgbClr val="EF9100"/>
    <a:srgbClr val="FE9B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04" autoAdjust="0"/>
    <p:restoredTop sz="96163" autoAdjust="0"/>
  </p:normalViewPr>
  <p:slideViewPr>
    <p:cSldViewPr>
      <p:cViewPr>
        <p:scale>
          <a:sx n="110" d="100"/>
          <a:sy n="110" d="100"/>
        </p:scale>
        <p:origin x="1806" y="42"/>
      </p:cViewPr>
      <p:guideLst>
        <p:guide orient="horz" pos="2160"/>
        <p:guide pos="480"/>
      </p:guideLst>
    </p:cSldViewPr>
  </p:slideViewPr>
  <p:outlineViewPr>
    <p:cViewPr>
      <p:scale>
        <a:sx n="33" d="100"/>
        <a:sy n="33" d="100"/>
      </p:scale>
      <p:origin x="0" y="0"/>
    </p:cViewPr>
  </p:outlineViewPr>
  <p:notesTextViewPr>
    <p:cViewPr>
      <p:scale>
        <a:sx n="3" d="2"/>
        <a:sy n="3" d="2"/>
      </p:scale>
      <p:origin x="0" y="-30"/>
    </p:cViewPr>
  </p:notesTextViewPr>
  <p:sorterViewPr>
    <p:cViewPr>
      <p:scale>
        <a:sx n="75" d="100"/>
        <a:sy n="75" d="100"/>
      </p:scale>
      <p:origin x="0" y="0"/>
    </p:cViewPr>
  </p:sorterViewPr>
  <p:notesViewPr>
    <p:cSldViewPr>
      <p:cViewPr>
        <p:scale>
          <a:sx n="66" d="100"/>
          <a:sy n="66" d="100"/>
        </p:scale>
        <p:origin x="2332" y="-792"/>
      </p:cViewPr>
      <p:guideLst>
        <p:guide orient="horz" pos="2909"/>
        <p:guide pos="220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3318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4720" y="4387777"/>
            <a:ext cx="5140960" cy="4155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70" tIns="45031" rIns="91670" bIns="450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531" name="Rectangle 3"/>
          <p:cNvSpPr>
            <a:spLocks noGrp="1" noRot="1" noChangeAspect="1" noChangeArrowheads="1" noTextEdit="1"/>
          </p:cNvSpPr>
          <p:nvPr>
            <p:ph type="sldImg" idx="2"/>
          </p:nvPr>
        </p:nvSpPr>
        <p:spPr bwMode="auto">
          <a:xfrm>
            <a:off x="1206500" y="693738"/>
            <a:ext cx="4613275" cy="34607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37192987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113" algn="l" rtl="0" eaLnBrk="0" fontAlgn="base" hangingPunct="0">
      <a:spcBef>
        <a:spcPct val="30000"/>
      </a:spcBef>
      <a:spcAft>
        <a:spcPct val="0"/>
      </a:spcAft>
      <a:defRPr sz="1200" kern="1200">
        <a:solidFill>
          <a:schemeClr val="tx1"/>
        </a:solidFill>
        <a:latin typeface="Arial" charset="0"/>
        <a:ea typeface="+mn-ea"/>
        <a:cs typeface="+mn-cs"/>
      </a:defRPr>
    </a:lvl2pPr>
    <a:lvl3pPr marL="914226" algn="l" rtl="0" eaLnBrk="0" fontAlgn="base" hangingPunct="0">
      <a:spcBef>
        <a:spcPct val="30000"/>
      </a:spcBef>
      <a:spcAft>
        <a:spcPct val="0"/>
      </a:spcAft>
      <a:defRPr sz="1200" kern="1200">
        <a:solidFill>
          <a:schemeClr val="tx1"/>
        </a:solidFill>
        <a:latin typeface="Arial" charset="0"/>
        <a:ea typeface="+mn-ea"/>
        <a:cs typeface="+mn-cs"/>
      </a:defRPr>
    </a:lvl3pPr>
    <a:lvl4pPr marL="1371341" algn="l" rtl="0" eaLnBrk="0" fontAlgn="base" hangingPunct="0">
      <a:spcBef>
        <a:spcPct val="30000"/>
      </a:spcBef>
      <a:spcAft>
        <a:spcPct val="0"/>
      </a:spcAft>
      <a:defRPr sz="1200" kern="1200">
        <a:solidFill>
          <a:schemeClr val="tx1"/>
        </a:solidFill>
        <a:latin typeface="Arial" charset="0"/>
        <a:ea typeface="+mn-ea"/>
        <a:cs typeface="+mn-cs"/>
      </a:defRPr>
    </a:lvl4pPr>
    <a:lvl5pPr marL="1828453" algn="l" rtl="0" eaLnBrk="0" fontAlgn="base" hangingPunct="0">
      <a:spcBef>
        <a:spcPct val="30000"/>
      </a:spcBef>
      <a:spcAft>
        <a:spcPct val="0"/>
      </a:spcAft>
      <a:defRPr sz="1200" kern="1200">
        <a:solidFill>
          <a:schemeClr val="tx1"/>
        </a:solidFill>
        <a:latin typeface="Arial" charset="0"/>
        <a:ea typeface="+mn-ea"/>
        <a:cs typeface="+mn-cs"/>
      </a:defRPr>
    </a:lvl5pPr>
    <a:lvl6pPr marL="2285566" algn="l" defTabSz="914226" rtl="0" eaLnBrk="1" latinLnBrk="0" hangingPunct="1">
      <a:defRPr sz="1200" kern="1200">
        <a:solidFill>
          <a:schemeClr val="tx1"/>
        </a:solidFill>
        <a:latin typeface="+mn-lt"/>
        <a:ea typeface="+mn-ea"/>
        <a:cs typeface="+mn-cs"/>
      </a:defRPr>
    </a:lvl6pPr>
    <a:lvl7pPr marL="2742679" algn="l" defTabSz="914226" rtl="0" eaLnBrk="1" latinLnBrk="0" hangingPunct="1">
      <a:defRPr sz="1200" kern="1200">
        <a:solidFill>
          <a:schemeClr val="tx1"/>
        </a:solidFill>
        <a:latin typeface="+mn-lt"/>
        <a:ea typeface="+mn-ea"/>
        <a:cs typeface="+mn-cs"/>
      </a:defRPr>
    </a:lvl7pPr>
    <a:lvl8pPr marL="3199794" algn="l" defTabSz="914226" rtl="0" eaLnBrk="1" latinLnBrk="0" hangingPunct="1">
      <a:defRPr sz="1200" kern="1200">
        <a:solidFill>
          <a:schemeClr val="tx1"/>
        </a:solidFill>
        <a:latin typeface="+mn-lt"/>
        <a:ea typeface="+mn-ea"/>
        <a:cs typeface="+mn-cs"/>
      </a:defRPr>
    </a:lvl8pPr>
    <a:lvl9pPr marL="3656907" algn="l" defTabSz="91422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1206500" y="693738"/>
            <a:ext cx="4613275" cy="3460750"/>
          </a:xfrm>
          <a:ln cap="flat"/>
        </p:spPr>
      </p:sp>
      <p:sp>
        <p:nvSpPr>
          <p:cNvPr id="2" name="Notes Placeholder 1">
            <a:extLst>
              <a:ext uri="{FF2B5EF4-FFF2-40B4-BE49-F238E27FC236}">
                <a16:creationId xmlns:a16="http://schemas.microsoft.com/office/drawing/2014/main" id="{4662806B-BFD9-071E-F6BC-EC14E4F7D36D}"/>
              </a:ext>
            </a:extLst>
          </p:cNvPr>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206500" y="693738"/>
            <a:ext cx="4613275" cy="3460750"/>
          </a:xfrm>
          <a:ln/>
        </p:spPr>
      </p:sp>
      <p:sp>
        <p:nvSpPr>
          <p:cNvPr id="3" name="Notes Placeholder 2"/>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6692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955D4-2717-B78D-12F7-4E535A80267A}"/>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E680005F-DB0B-C06C-0126-A3FE4C045738}"/>
              </a:ext>
            </a:extLst>
          </p:cNvPr>
          <p:cNvSpPr>
            <a:spLocks noGrp="1" noRot="1" noChangeAspect="1" noChangeArrowheads="1" noTextEdit="1"/>
          </p:cNvSpPr>
          <p:nvPr>
            <p:ph type="sldImg"/>
          </p:nvPr>
        </p:nvSpPr>
        <p:spPr>
          <a:xfrm>
            <a:off x="1206500" y="693738"/>
            <a:ext cx="4613275" cy="3460750"/>
          </a:xfrm>
          <a:ln/>
        </p:spPr>
      </p:sp>
      <p:sp>
        <p:nvSpPr>
          <p:cNvPr id="3" name="Notes Placeholder 2">
            <a:extLst>
              <a:ext uri="{FF2B5EF4-FFF2-40B4-BE49-F238E27FC236}">
                <a16:creationId xmlns:a16="http://schemas.microsoft.com/office/drawing/2014/main" id="{3B390CF2-452A-1332-0B91-FDE9D7F787B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58827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206500" y="693738"/>
            <a:ext cx="4613275" cy="3460750"/>
          </a:xfrm>
          <a:ln/>
        </p:spPr>
      </p:sp>
      <p:sp>
        <p:nvSpPr>
          <p:cNvPr id="3" name="Notes Placeholder 2"/>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2743376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C3E0-A9A4-FABA-8907-13D4E846FA17}"/>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9365CA7B-DF28-621F-BA2F-F12839D5A5C3}"/>
              </a:ext>
            </a:extLst>
          </p:cNvPr>
          <p:cNvSpPr>
            <a:spLocks noGrp="1" noRot="1" noChangeAspect="1" noChangeArrowheads="1" noTextEdit="1"/>
          </p:cNvSpPr>
          <p:nvPr>
            <p:ph type="sldImg"/>
          </p:nvPr>
        </p:nvSpPr>
        <p:spPr>
          <a:xfrm>
            <a:off x="1206500" y="693738"/>
            <a:ext cx="4613275" cy="3460750"/>
          </a:xfrm>
          <a:ln/>
        </p:spPr>
      </p:sp>
      <p:sp>
        <p:nvSpPr>
          <p:cNvPr id="3" name="Notes Placeholder 2">
            <a:extLst>
              <a:ext uri="{FF2B5EF4-FFF2-40B4-BE49-F238E27FC236}">
                <a16:creationId xmlns:a16="http://schemas.microsoft.com/office/drawing/2014/main" id="{1CFD884D-2FE1-C5FB-5A7D-C9CF403FEAAE}"/>
              </a:ext>
            </a:extLst>
          </p:cNvPr>
          <p:cNvSpPr>
            <a:spLocks noGrp="1"/>
          </p:cNvSpPr>
          <p:nvPr>
            <p:ph type="body" sz="quarter" idx="10"/>
          </p:nvPr>
        </p:nvSpPr>
        <p:spPr/>
        <p:txBody>
          <a:bodyPr/>
          <a:lstStyle/>
          <a:p>
            <a:r>
              <a:rPr lang="en-US" dirty="0"/>
              <a:t>There are 47 different criteria fields to filter from when making data requests</a:t>
            </a:r>
          </a:p>
        </p:txBody>
      </p:sp>
    </p:spTree>
    <p:extLst>
      <p:ext uri="{BB962C8B-B14F-4D97-AF65-F5344CB8AC3E}">
        <p14:creationId xmlns:p14="http://schemas.microsoft.com/office/powerpoint/2010/main" val="843977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D40AD-CCF9-CDCD-6650-6A3DDBC5EF8F}"/>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D752CFD8-372A-F015-9D07-7A3F9A588326}"/>
              </a:ext>
            </a:extLst>
          </p:cNvPr>
          <p:cNvSpPr>
            <a:spLocks noGrp="1" noRot="1" noChangeAspect="1" noChangeArrowheads="1" noTextEdit="1"/>
          </p:cNvSpPr>
          <p:nvPr>
            <p:ph type="sldImg"/>
          </p:nvPr>
        </p:nvSpPr>
        <p:spPr>
          <a:xfrm>
            <a:off x="1206500" y="693738"/>
            <a:ext cx="4613275" cy="3460750"/>
          </a:xfrm>
          <a:ln/>
        </p:spPr>
      </p:sp>
      <p:sp>
        <p:nvSpPr>
          <p:cNvPr id="3" name="Notes Placeholder 2">
            <a:extLst>
              <a:ext uri="{FF2B5EF4-FFF2-40B4-BE49-F238E27FC236}">
                <a16:creationId xmlns:a16="http://schemas.microsoft.com/office/drawing/2014/main" id="{FF77F67B-3037-5A44-A1DF-8B99B1B4F1FC}"/>
              </a:ext>
            </a:extLst>
          </p:cNvPr>
          <p:cNvSpPr>
            <a:spLocks noGrp="1"/>
          </p:cNvSpPr>
          <p:nvPr>
            <p:ph type="body" sz="quarter" idx="10"/>
          </p:nvPr>
        </p:nvSpPr>
        <p:spPr/>
        <p:txBody>
          <a:bodyPr/>
          <a:lstStyle/>
          <a:p>
            <a:r>
              <a:rPr lang="en-US" dirty="0"/>
              <a:t>Sections outlined in Red are blank and must be populated by Coding team</a:t>
            </a:r>
          </a:p>
        </p:txBody>
      </p:sp>
    </p:spTree>
    <p:extLst>
      <p:ext uri="{BB962C8B-B14F-4D97-AF65-F5344CB8AC3E}">
        <p14:creationId xmlns:p14="http://schemas.microsoft.com/office/powerpoint/2010/main" val="2004131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206500" y="693738"/>
            <a:ext cx="4613275" cy="3460750"/>
          </a:xfrm>
          <a:ln/>
        </p:spPr>
      </p:sp>
      <p:sp>
        <p:nvSpPr>
          <p:cNvPr id="3" name="Notes Placeholder 2"/>
          <p:cNvSpPr>
            <a:spLocks noGrp="1"/>
          </p:cNvSpPr>
          <p:nvPr>
            <p:ph type="body" sz="quarter" idx="10"/>
          </p:nvPr>
        </p:nvSpPr>
        <p:spPr/>
        <p:txBody>
          <a:bodyPr/>
          <a:lstStyle/>
          <a:p>
            <a:r>
              <a:rPr lang="en-US" dirty="0"/>
              <a:t>A basic analogy would be:  Think of baking, the data modeler puts all of the </a:t>
            </a:r>
            <a:r>
              <a:rPr lang="en-US" dirty="0" err="1"/>
              <a:t>ingrdents</a:t>
            </a:r>
            <a:r>
              <a:rPr lang="en-US" dirty="0"/>
              <a:t> together and puts the cake in the oven.  The report developer takes the cake out and decorates it.</a:t>
            </a:r>
          </a:p>
        </p:txBody>
      </p:sp>
    </p:spTree>
    <p:extLst>
      <p:ext uri="{BB962C8B-B14F-4D97-AF65-F5344CB8AC3E}">
        <p14:creationId xmlns:p14="http://schemas.microsoft.com/office/powerpoint/2010/main" val="2874991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2555F-2EA1-6F98-20F5-701270E5CE57}"/>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DC7C53C6-85E6-0BE1-0A3D-A3D2EDB811A8}"/>
              </a:ext>
            </a:extLst>
          </p:cNvPr>
          <p:cNvSpPr>
            <a:spLocks noGrp="1" noRot="1" noChangeAspect="1" noChangeArrowheads="1" noTextEdit="1"/>
          </p:cNvSpPr>
          <p:nvPr>
            <p:ph type="sldImg"/>
          </p:nvPr>
        </p:nvSpPr>
        <p:spPr>
          <a:xfrm>
            <a:off x="1206500" y="693738"/>
            <a:ext cx="4613275" cy="3460750"/>
          </a:xfrm>
          <a:ln/>
        </p:spPr>
      </p:sp>
      <p:sp>
        <p:nvSpPr>
          <p:cNvPr id="3" name="Notes Placeholder 2">
            <a:extLst>
              <a:ext uri="{FF2B5EF4-FFF2-40B4-BE49-F238E27FC236}">
                <a16:creationId xmlns:a16="http://schemas.microsoft.com/office/drawing/2014/main" id="{37F1A530-37D5-D8CF-5ED9-D196F0832F4B}"/>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1858877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8DC5D-EB4C-91AB-9788-EE2AB5A7064B}"/>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3E264F05-01C8-70AF-28BD-D55373717D7A}"/>
              </a:ext>
            </a:extLst>
          </p:cNvPr>
          <p:cNvSpPr>
            <a:spLocks noGrp="1" noRot="1" noChangeAspect="1" noChangeArrowheads="1" noTextEdit="1"/>
          </p:cNvSpPr>
          <p:nvPr>
            <p:ph type="sldImg"/>
          </p:nvPr>
        </p:nvSpPr>
        <p:spPr>
          <a:xfrm>
            <a:off x="1206500" y="693738"/>
            <a:ext cx="4613275" cy="3460750"/>
          </a:xfrm>
          <a:ln/>
        </p:spPr>
      </p:sp>
      <p:sp>
        <p:nvSpPr>
          <p:cNvPr id="3" name="Notes Placeholder 2">
            <a:extLst>
              <a:ext uri="{FF2B5EF4-FFF2-40B4-BE49-F238E27FC236}">
                <a16:creationId xmlns:a16="http://schemas.microsoft.com/office/drawing/2014/main" id="{E86C9461-A2A1-A970-47A4-282B8EE1CE33}"/>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2151620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CBE1-640B-0CF0-B051-E2D5AB88310A}"/>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AB9D6749-F987-D458-9304-A283CC97D036}"/>
              </a:ext>
            </a:extLst>
          </p:cNvPr>
          <p:cNvSpPr>
            <a:spLocks noGrp="1" noRot="1" noChangeAspect="1" noChangeArrowheads="1" noTextEdit="1"/>
          </p:cNvSpPr>
          <p:nvPr>
            <p:ph type="sldImg"/>
          </p:nvPr>
        </p:nvSpPr>
        <p:spPr>
          <a:xfrm>
            <a:off x="1206500" y="693738"/>
            <a:ext cx="4613275" cy="3460750"/>
          </a:xfrm>
          <a:ln/>
        </p:spPr>
      </p:sp>
      <p:sp>
        <p:nvSpPr>
          <p:cNvPr id="3" name="Notes Placeholder 2">
            <a:extLst>
              <a:ext uri="{FF2B5EF4-FFF2-40B4-BE49-F238E27FC236}">
                <a16:creationId xmlns:a16="http://schemas.microsoft.com/office/drawing/2014/main" id="{FA9AEF42-A0D5-EEFD-DF0D-B7E44967D586}"/>
              </a:ext>
            </a:extLst>
          </p:cNvPr>
          <p:cNvSpPr>
            <a:spLocks noGrp="1"/>
          </p:cNvSpPr>
          <p:nvPr>
            <p:ph type="body" sz="quarter" idx="10"/>
          </p:nvPr>
        </p:nvSpPr>
        <p:spPr/>
        <p:txBody>
          <a:bodyPr/>
          <a:lstStyle/>
          <a:p>
            <a:r>
              <a:rPr lang="en-US" dirty="0"/>
              <a:t>The SME Report developers can either be a dotted line if they already exist within the target organization or a solid line if they will be a new head.</a:t>
            </a:r>
          </a:p>
        </p:txBody>
      </p:sp>
    </p:spTree>
    <p:extLst>
      <p:ext uri="{BB962C8B-B14F-4D97-AF65-F5344CB8AC3E}">
        <p14:creationId xmlns:p14="http://schemas.microsoft.com/office/powerpoint/2010/main" val="2742720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206500" y="693738"/>
            <a:ext cx="4613275" cy="3460750"/>
          </a:xfrm>
          <a:ln/>
        </p:spPr>
      </p:sp>
      <p:sp>
        <p:nvSpPr>
          <p:cNvPr id="3" name="Notes Placeholder 2"/>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38362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1"/>
            <a:ext cx="7772400" cy="1470023"/>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088" indent="0" algn="ctr">
              <a:buNone/>
              <a:defRPr/>
            </a:lvl2pPr>
            <a:lvl3pPr marL="914175" indent="0" algn="ctr">
              <a:buNone/>
              <a:defRPr/>
            </a:lvl3pPr>
            <a:lvl4pPr marL="1371255" indent="0" algn="ctr">
              <a:buNone/>
              <a:defRPr/>
            </a:lvl4pPr>
            <a:lvl5pPr marL="1828343" indent="0" algn="ctr">
              <a:buNone/>
              <a:defRPr/>
            </a:lvl5pPr>
            <a:lvl6pPr marL="2285430" indent="0" algn="ctr">
              <a:buNone/>
              <a:defRPr/>
            </a:lvl6pPr>
            <a:lvl7pPr marL="2742518" indent="0" algn="ctr">
              <a:buNone/>
              <a:defRPr/>
            </a:lvl7pPr>
            <a:lvl8pPr marL="3199598" indent="0" algn="ctr">
              <a:buNone/>
              <a:defRPr/>
            </a:lvl8pPr>
            <a:lvl9pPr marL="3656685" indent="0" algn="ctr">
              <a:buNone/>
              <a:defRPr/>
            </a:lvl9pPr>
          </a:lstStyle>
          <a:p>
            <a:r>
              <a:rPr lang="en-US"/>
              <a:t>Click to edit Master subtitle style</a:t>
            </a:r>
          </a:p>
        </p:txBody>
      </p:sp>
      <p:sp>
        <p:nvSpPr>
          <p:cNvPr id="4"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a:t>NOFORN</a:t>
            </a:r>
          </a:p>
        </p:txBody>
      </p:sp>
    </p:spTree>
    <p:extLst>
      <p:ext uri="{BB962C8B-B14F-4D97-AF65-F5344CB8AC3E}">
        <p14:creationId xmlns:p14="http://schemas.microsoft.com/office/powerpoint/2010/main" val="3231725865"/>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a:t>NOFORN</a:t>
            </a:r>
          </a:p>
        </p:txBody>
      </p:sp>
    </p:spTree>
    <p:extLst>
      <p:ext uri="{BB962C8B-B14F-4D97-AF65-F5344CB8AC3E}">
        <p14:creationId xmlns:p14="http://schemas.microsoft.com/office/powerpoint/2010/main" val="275120966"/>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3998" b="1" cap="all"/>
            </a:lvl1pPr>
          </a:lstStyle>
          <a:p>
            <a:r>
              <a:rPr lang="en-US"/>
              <a:t>Click to edit Master title style</a:t>
            </a:r>
          </a:p>
        </p:txBody>
      </p:sp>
      <p:sp>
        <p:nvSpPr>
          <p:cNvPr id="3" name="Text Placeholder 2"/>
          <p:cNvSpPr>
            <a:spLocks noGrp="1"/>
          </p:cNvSpPr>
          <p:nvPr>
            <p:ph type="body" idx="1"/>
          </p:nvPr>
        </p:nvSpPr>
        <p:spPr>
          <a:xfrm>
            <a:off x="722313" y="2906719"/>
            <a:ext cx="7772400" cy="1500188"/>
          </a:xfrm>
        </p:spPr>
        <p:txBody>
          <a:bodyPr anchor="b"/>
          <a:lstStyle>
            <a:lvl1pPr marL="0" indent="0">
              <a:buNone/>
              <a:defRPr sz="2002"/>
            </a:lvl1pPr>
            <a:lvl2pPr marL="457088" indent="0">
              <a:buNone/>
              <a:defRPr sz="1800"/>
            </a:lvl2pPr>
            <a:lvl3pPr marL="914175" indent="0">
              <a:buNone/>
              <a:defRPr sz="1598"/>
            </a:lvl3pPr>
            <a:lvl4pPr marL="1371255" indent="0">
              <a:buNone/>
              <a:defRPr sz="1403"/>
            </a:lvl4pPr>
            <a:lvl5pPr marL="1828343" indent="0">
              <a:buNone/>
              <a:defRPr sz="1403"/>
            </a:lvl5pPr>
            <a:lvl6pPr marL="2285430" indent="0">
              <a:buNone/>
              <a:defRPr sz="1403"/>
            </a:lvl6pPr>
            <a:lvl7pPr marL="2742518" indent="0">
              <a:buNone/>
              <a:defRPr sz="1403"/>
            </a:lvl7pPr>
            <a:lvl8pPr marL="3199598" indent="0">
              <a:buNone/>
              <a:defRPr sz="1403"/>
            </a:lvl8pPr>
            <a:lvl9pPr marL="3656685" indent="0">
              <a:buNone/>
              <a:defRPr sz="1403"/>
            </a:lvl9pPr>
          </a:lstStyle>
          <a:p>
            <a:pPr lvl="0"/>
            <a:r>
              <a:rPr lang="en-US"/>
              <a:t>Click to edit Master text styles</a:t>
            </a:r>
          </a:p>
        </p:txBody>
      </p:sp>
      <p:sp>
        <p:nvSpPr>
          <p:cNvPr id="4"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a:t>NOFORN</a:t>
            </a:r>
          </a:p>
        </p:txBody>
      </p:sp>
    </p:spTree>
    <p:extLst>
      <p:ext uri="{BB962C8B-B14F-4D97-AF65-F5344CB8AC3E}">
        <p14:creationId xmlns:p14="http://schemas.microsoft.com/office/powerpoint/2010/main" val="3387710450"/>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19125" y="1600200"/>
            <a:ext cx="4092575" cy="4495800"/>
          </a:xfrm>
        </p:spPr>
        <p:txBody>
          <a:bodyPr/>
          <a:lstStyle>
            <a:lvl1pPr>
              <a:defRPr sz="2798"/>
            </a:lvl1pPr>
            <a:lvl2pPr>
              <a:defRPr sz="2400"/>
            </a:lvl2pPr>
            <a:lvl3pPr>
              <a:defRPr sz="2002"/>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64101" y="1600200"/>
            <a:ext cx="4094163" cy="4495800"/>
          </a:xfrm>
        </p:spPr>
        <p:txBody>
          <a:bodyPr/>
          <a:lstStyle>
            <a:lvl1pPr>
              <a:defRPr sz="2798"/>
            </a:lvl1pPr>
            <a:lvl2pPr>
              <a:defRPr sz="2400"/>
            </a:lvl2pPr>
            <a:lvl3pPr>
              <a:defRPr sz="2002"/>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a:t>NOFORN</a:t>
            </a:r>
          </a:p>
        </p:txBody>
      </p:sp>
    </p:spTree>
    <p:extLst>
      <p:ext uri="{BB962C8B-B14F-4D97-AF65-F5344CB8AC3E}">
        <p14:creationId xmlns:p14="http://schemas.microsoft.com/office/powerpoint/2010/main" val="2602810542"/>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5"/>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5"/>
            <a:ext cx="4040188" cy="639765"/>
          </a:xfrm>
        </p:spPr>
        <p:txBody>
          <a:bodyPr anchor="b"/>
          <a:lstStyle>
            <a:lvl1pPr marL="0" indent="0">
              <a:buNone/>
              <a:defRPr sz="2400" b="1"/>
            </a:lvl1pPr>
            <a:lvl2pPr marL="457088" indent="0">
              <a:buNone/>
              <a:defRPr sz="2002" b="1"/>
            </a:lvl2pPr>
            <a:lvl3pPr marL="914175" indent="0">
              <a:buNone/>
              <a:defRPr sz="1800" b="1"/>
            </a:lvl3pPr>
            <a:lvl4pPr marL="1371255" indent="0">
              <a:buNone/>
              <a:defRPr sz="1598" b="1"/>
            </a:lvl4pPr>
            <a:lvl5pPr marL="1828343" indent="0">
              <a:buNone/>
              <a:defRPr sz="1598" b="1"/>
            </a:lvl5pPr>
            <a:lvl6pPr marL="2285430" indent="0">
              <a:buNone/>
              <a:defRPr sz="1598" b="1"/>
            </a:lvl6pPr>
            <a:lvl7pPr marL="2742518" indent="0">
              <a:buNone/>
              <a:defRPr sz="1598" b="1"/>
            </a:lvl7pPr>
            <a:lvl8pPr marL="3199598" indent="0">
              <a:buNone/>
              <a:defRPr sz="1598" b="1"/>
            </a:lvl8pPr>
            <a:lvl9pPr marL="3656685" indent="0">
              <a:buNone/>
              <a:defRPr sz="1598" b="1"/>
            </a:lvl9pPr>
          </a:lstStyle>
          <a:p>
            <a:pPr lvl="0"/>
            <a:r>
              <a:rPr lang="en-US"/>
              <a:t>Click to edit Master text styles</a:t>
            </a:r>
          </a:p>
        </p:txBody>
      </p:sp>
      <p:sp>
        <p:nvSpPr>
          <p:cNvPr id="4" name="Content Placeholder 3"/>
          <p:cNvSpPr>
            <a:spLocks noGrp="1"/>
          </p:cNvSpPr>
          <p:nvPr>
            <p:ph sz="half" idx="2"/>
          </p:nvPr>
        </p:nvSpPr>
        <p:spPr>
          <a:xfrm>
            <a:off x="457200" y="2174880"/>
            <a:ext cx="4040188" cy="3951285"/>
          </a:xfrm>
        </p:spPr>
        <p:txBody>
          <a:bodyPr/>
          <a:lstStyle>
            <a:lvl1pPr>
              <a:defRPr sz="2400"/>
            </a:lvl1pPr>
            <a:lvl2pPr>
              <a:defRPr sz="2002"/>
            </a:lvl2pPr>
            <a:lvl3pPr>
              <a:defRPr sz="1800"/>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5"/>
            <a:ext cx="4041775" cy="639765"/>
          </a:xfrm>
        </p:spPr>
        <p:txBody>
          <a:bodyPr anchor="b"/>
          <a:lstStyle>
            <a:lvl1pPr marL="0" indent="0">
              <a:buNone/>
              <a:defRPr sz="2400" b="1"/>
            </a:lvl1pPr>
            <a:lvl2pPr marL="457088" indent="0">
              <a:buNone/>
              <a:defRPr sz="2002" b="1"/>
            </a:lvl2pPr>
            <a:lvl3pPr marL="914175" indent="0">
              <a:buNone/>
              <a:defRPr sz="1800" b="1"/>
            </a:lvl3pPr>
            <a:lvl4pPr marL="1371255" indent="0">
              <a:buNone/>
              <a:defRPr sz="1598" b="1"/>
            </a:lvl4pPr>
            <a:lvl5pPr marL="1828343" indent="0">
              <a:buNone/>
              <a:defRPr sz="1598" b="1"/>
            </a:lvl5pPr>
            <a:lvl6pPr marL="2285430" indent="0">
              <a:buNone/>
              <a:defRPr sz="1598" b="1"/>
            </a:lvl6pPr>
            <a:lvl7pPr marL="2742518" indent="0">
              <a:buNone/>
              <a:defRPr sz="1598" b="1"/>
            </a:lvl7pPr>
            <a:lvl8pPr marL="3199598" indent="0">
              <a:buNone/>
              <a:defRPr sz="1598" b="1"/>
            </a:lvl8pPr>
            <a:lvl9pPr marL="3656685" indent="0">
              <a:buNone/>
              <a:defRPr sz="1598" b="1"/>
            </a:lvl9pPr>
          </a:lstStyle>
          <a:p>
            <a:pPr lvl="0"/>
            <a:r>
              <a:rPr lang="en-US"/>
              <a:t>Click to edit Master text styles</a:t>
            </a:r>
          </a:p>
        </p:txBody>
      </p:sp>
      <p:sp>
        <p:nvSpPr>
          <p:cNvPr id="6" name="Content Placeholder 5"/>
          <p:cNvSpPr>
            <a:spLocks noGrp="1"/>
          </p:cNvSpPr>
          <p:nvPr>
            <p:ph sz="quarter" idx="4"/>
          </p:nvPr>
        </p:nvSpPr>
        <p:spPr>
          <a:xfrm>
            <a:off x="4645025" y="2174880"/>
            <a:ext cx="4041775" cy="3951285"/>
          </a:xfrm>
        </p:spPr>
        <p:txBody>
          <a:bodyPr/>
          <a:lstStyle>
            <a:lvl1pPr>
              <a:defRPr sz="2400"/>
            </a:lvl1pPr>
            <a:lvl2pPr>
              <a:defRPr sz="2002"/>
            </a:lvl2pPr>
            <a:lvl3pPr>
              <a:defRPr sz="1800"/>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a:t>NOFORN</a:t>
            </a:r>
          </a:p>
        </p:txBody>
      </p:sp>
    </p:spTree>
    <p:extLst>
      <p:ext uri="{BB962C8B-B14F-4D97-AF65-F5344CB8AC3E}">
        <p14:creationId xmlns:p14="http://schemas.microsoft.com/office/powerpoint/2010/main" val="3090800895"/>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a:t>NOFORN</a:t>
            </a:r>
          </a:p>
        </p:txBody>
      </p:sp>
    </p:spTree>
    <p:extLst>
      <p:ext uri="{BB962C8B-B14F-4D97-AF65-F5344CB8AC3E}">
        <p14:creationId xmlns:p14="http://schemas.microsoft.com/office/powerpoint/2010/main" val="1167436681"/>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dirty="0"/>
              <a:t>NOFORN</a:t>
            </a:r>
          </a:p>
        </p:txBody>
      </p:sp>
    </p:spTree>
    <p:extLst>
      <p:ext uri="{BB962C8B-B14F-4D97-AF65-F5344CB8AC3E}">
        <p14:creationId xmlns:p14="http://schemas.microsoft.com/office/powerpoint/2010/main" val="83121709"/>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6425" y="457200"/>
            <a:ext cx="8337550" cy="914400"/>
          </a:xfrm>
        </p:spPr>
        <p:txBody>
          <a:bodyPr/>
          <a:lstStyle/>
          <a:p>
            <a:r>
              <a:rPr lang="en-US"/>
              <a:t>Click to edit Master title style</a:t>
            </a:r>
          </a:p>
        </p:txBody>
      </p:sp>
      <p:sp>
        <p:nvSpPr>
          <p:cNvPr id="3" name="Text Placeholder 2"/>
          <p:cNvSpPr>
            <a:spLocks noGrp="1"/>
          </p:cNvSpPr>
          <p:nvPr>
            <p:ph type="body" sz="half" idx="1"/>
          </p:nvPr>
        </p:nvSpPr>
        <p:spPr>
          <a:xfrm>
            <a:off x="619125" y="1600200"/>
            <a:ext cx="4092575"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64101" y="1600200"/>
            <a:ext cx="4094163"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64101" y="3924300"/>
            <a:ext cx="4094163"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a:t>NOFORN</a:t>
            </a:r>
          </a:p>
        </p:txBody>
      </p:sp>
    </p:spTree>
    <p:extLst>
      <p:ext uri="{BB962C8B-B14F-4D97-AF65-F5344CB8AC3E}">
        <p14:creationId xmlns:p14="http://schemas.microsoft.com/office/powerpoint/2010/main" val="71998231"/>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425" y="457200"/>
            <a:ext cx="8337550" cy="914400"/>
          </a:xfrm>
        </p:spPr>
        <p:txBody>
          <a:bodyPr/>
          <a:lstStyle/>
          <a:p>
            <a:r>
              <a:rPr lang="en-US"/>
              <a:t>Click to edit Master title style</a:t>
            </a:r>
          </a:p>
        </p:txBody>
      </p:sp>
      <p:sp>
        <p:nvSpPr>
          <p:cNvPr id="3" name="Text Placeholder 2"/>
          <p:cNvSpPr>
            <a:spLocks noGrp="1"/>
          </p:cNvSpPr>
          <p:nvPr>
            <p:ph type="body" sz="half" idx="1"/>
          </p:nvPr>
        </p:nvSpPr>
        <p:spPr>
          <a:xfrm>
            <a:off x="619125" y="1600200"/>
            <a:ext cx="4092575"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64101" y="1600200"/>
            <a:ext cx="4094163"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6"/>
          <p:cNvSpPr>
            <a:spLocks noGrp="1" noChangeArrowheads="1"/>
          </p:cNvSpPr>
          <p:nvPr>
            <p:ph type="ftr" sz="quarter" idx="10"/>
          </p:nvPr>
        </p:nvSpPr>
        <p:spPr>
          <a:xfrm>
            <a:off x="3124200" y="6245228"/>
            <a:ext cx="2895600" cy="476250"/>
          </a:xfrm>
          <a:prstGeom prst="rect">
            <a:avLst/>
          </a:prstGeom>
          <a:ln/>
        </p:spPr>
        <p:txBody>
          <a:bodyPr/>
          <a:lstStyle>
            <a:lvl1pPr>
              <a:defRPr/>
            </a:lvl1pPr>
          </a:lstStyle>
          <a:p>
            <a:pPr>
              <a:defRPr/>
            </a:pPr>
            <a:r>
              <a:rPr lang="en-US"/>
              <a:t>NOFORN</a:t>
            </a:r>
          </a:p>
        </p:txBody>
      </p:sp>
    </p:spTree>
    <p:extLst>
      <p:ext uri="{BB962C8B-B14F-4D97-AF65-F5344CB8AC3E}">
        <p14:creationId xmlns:p14="http://schemas.microsoft.com/office/powerpoint/2010/main" val="1508358961"/>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D White Logo Slide">
    <p:spTree>
      <p:nvGrpSpPr>
        <p:cNvPr id="1" name=""/>
        <p:cNvGrpSpPr/>
        <p:nvPr/>
      </p:nvGrpSpPr>
      <p:grpSpPr>
        <a:xfrm>
          <a:off x="0" y="0"/>
          <a:ext cx="0" cy="0"/>
          <a:chOff x="0" y="0"/>
          <a:chExt cx="0" cy="0"/>
        </a:xfrm>
      </p:grpSpPr>
      <p:pic>
        <p:nvPicPr>
          <p:cNvPr id="6" name="Picture 5" descr="GDlogowhit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8159" y="2116823"/>
            <a:ext cx="6978429" cy="309390"/>
          </a:xfrm>
          <a:prstGeom prst="rect">
            <a:avLst/>
          </a:prstGeom>
        </p:spPr>
      </p:pic>
      <p:cxnSp>
        <p:nvCxnSpPr>
          <p:cNvPr id="11" name="Straight Connector 10"/>
          <p:cNvCxnSpPr/>
          <p:nvPr userDrawn="1"/>
        </p:nvCxnSpPr>
        <p:spPr>
          <a:xfrm>
            <a:off x="446400" y="3419205"/>
            <a:ext cx="8251200" cy="0"/>
          </a:xfrm>
          <a:prstGeom prst="line">
            <a:avLst/>
          </a:prstGeom>
          <a:ln w="6350" cmpd="sng">
            <a:solidFill>
              <a:srgbClr val="7D868C"/>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title"/>
          </p:nvPr>
        </p:nvSpPr>
        <p:spPr>
          <a:xfrm>
            <a:off x="446400" y="3419205"/>
            <a:ext cx="8251200" cy="911415"/>
          </a:xfrm>
        </p:spPr>
        <p:txBody>
          <a:bodyPr>
            <a:normAutofit/>
          </a:bodyPr>
          <a:lstStyle>
            <a:lvl1pPr algn="ctr">
              <a:defRPr sz="2400">
                <a:solidFill>
                  <a:schemeClr val="tx1">
                    <a:lumMod val="85000"/>
                    <a:lumOff val="15000"/>
                  </a:schemeClr>
                </a:solidFill>
              </a:defRPr>
            </a:lvl1pPr>
          </a:lstStyle>
          <a:p>
            <a:r>
              <a:rPr lang="en-US"/>
              <a:t>Click to edit Master title style</a:t>
            </a:r>
            <a:endParaRPr lang="en-US" dirty="0"/>
          </a:p>
        </p:txBody>
      </p:sp>
      <p:sp>
        <p:nvSpPr>
          <p:cNvPr id="27" name="Text Placeholder 26"/>
          <p:cNvSpPr>
            <a:spLocks noGrp="1"/>
          </p:cNvSpPr>
          <p:nvPr>
            <p:ph type="body" sz="quarter" idx="12" hasCustomPrompt="1"/>
          </p:nvPr>
        </p:nvSpPr>
        <p:spPr>
          <a:xfrm>
            <a:off x="446400" y="4330624"/>
            <a:ext cx="8251200" cy="535088"/>
          </a:xfrm>
        </p:spPr>
        <p:txBody>
          <a:bodyPr>
            <a:normAutofit/>
          </a:bodyPr>
          <a:lstStyle>
            <a:lvl1pPr marL="0" indent="0" algn="ctr">
              <a:buNone/>
              <a:defRPr sz="1598"/>
            </a:lvl1pPr>
          </a:lstStyle>
          <a:p>
            <a:pPr lvl="0"/>
            <a:r>
              <a:rPr lang="en-US" dirty="0"/>
              <a:t>Date</a:t>
            </a:r>
          </a:p>
        </p:txBody>
      </p:sp>
      <p:sp>
        <p:nvSpPr>
          <p:cNvPr id="8" name="Text Box 3"/>
          <p:cNvSpPr txBox="1">
            <a:spLocks noChangeAspect="1" noChangeArrowheads="1"/>
          </p:cNvSpPr>
          <p:nvPr userDrawn="1"/>
        </p:nvSpPr>
        <p:spPr bwMode="auto">
          <a:xfrm>
            <a:off x="626454" y="2071086"/>
            <a:ext cx="7721838" cy="10768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marL="0" marR="0" lvl="0" indent="0" algn="l" defTabSz="914175" rtl="0" eaLnBrk="1" fontAlgn="base" latinLnBrk="0" hangingPunct="1">
              <a:lnSpc>
                <a:spcPct val="100000"/>
              </a:lnSpc>
              <a:spcBef>
                <a:spcPct val="0"/>
              </a:spcBef>
              <a:spcAft>
                <a:spcPct val="0"/>
              </a:spcAft>
              <a:buClrTx/>
              <a:buSzTx/>
              <a:buFontTx/>
              <a:buNone/>
              <a:tabLst/>
              <a:defRPr/>
            </a:pPr>
            <a:r>
              <a:rPr kumimoji="0" lang="en-US" altLang="en-US" sz="2798" b="0" i="0" u="none" strike="noStrike" kern="1200" cap="none" spc="0" normalizeH="0" baseline="0" noProof="0" dirty="0">
                <a:ln>
                  <a:noFill/>
                </a:ln>
                <a:solidFill>
                  <a:srgbClr val="003896"/>
                </a:solidFill>
                <a:effectLst/>
                <a:uLnTx/>
                <a:uFillTx/>
                <a:latin typeface="GDCorp" pitchFamily="2" charset="0"/>
                <a:ea typeface="+mn-ea"/>
                <a:cs typeface="Arial" pitchFamily="34" charset="0"/>
              </a:rPr>
              <a:t>GENERAL DYNAMICS</a:t>
            </a:r>
            <a:endParaRPr kumimoji="0" lang="en-US" altLang="en-US" sz="2798" b="0" i="0" u="none" strike="noStrike" kern="1200" cap="none" spc="0" normalizeH="0" baseline="0" noProof="0" dirty="0">
              <a:ln>
                <a:noFill/>
              </a:ln>
              <a:solidFill>
                <a:srgbClr val="003896"/>
              </a:solidFill>
              <a:effectLst/>
              <a:uLnTx/>
              <a:uFillTx/>
              <a:latin typeface="Arial" pitchFamily="34" charset="0"/>
              <a:ea typeface="+mn-ea"/>
              <a:cs typeface="Arial" pitchFamily="34" charset="0"/>
            </a:endParaRPr>
          </a:p>
          <a:p>
            <a:pPr marL="0" marR="0" lvl="0" indent="0" algn="l" defTabSz="914175" rtl="0" eaLnBrk="1" fontAlgn="base" latinLnBrk="0" hangingPunct="1">
              <a:lnSpc>
                <a:spcPct val="100000"/>
              </a:lnSpc>
              <a:spcBef>
                <a:spcPct val="0"/>
              </a:spcBef>
              <a:spcAft>
                <a:spcPct val="0"/>
              </a:spcAft>
              <a:buClrTx/>
              <a:buSzTx/>
              <a:buFontTx/>
              <a:buNone/>
              <a:tabLst/>
              <a:defRPr/>
            </a:pPr>
            <a:r>
              <a:rPr kumimoji="0" lang="en-US" altLang="en-US" sz="3600" b="0" i="0" u="none" strike="noStrike" kern="1200" cap="none" spc="0" normalizeH="0" baseline="0" noProof="0" dirty="0">
                <a:ln>
                  <a:noFill/>
                </a:ln>
                <a:solidFill>
                  <a:schemeClr val="tx1"/>
                </a:solidFill>
                <a:effectLst/>
                <a:uLnTx/>
                <a:uFillTx/>
                <a:latin typeface="GDunivlt" pitchFamily="2" charset="0"/>
                <a:ea typeface="+mn-ea"/>
                <a:cs typeface="Arial" pitchFamily="34" charset="0"/>
              </a:rPr>
              <a:t>Electric Boat</a:t>
            </a:r>
            <a:endParaRPr kumimoji="0" lang="en-US" altLang="en-US" sz="2002"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795783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6400" y="2537858"/>
            <a:ext cx="8251200" cy="897810"/>
          </a:xfrm>
        </p:spPr>
        <p:txBody>
          <a:bodyPr/>
          <a:lstStyle/>
          <a:p>
            <a:r>
              <a:rPr lang="en-US"/>
              <a:t>Click to edit Master title style</a:t>
            </a:r>
            <a:endParaRPr lang="en-US" dirty="0"/>
          </a:p>
        </p:txBody>
      </p:sp>
      <p:sp>
        <p:nvSpPr>
          <p:cNvPr id="3" name="Subtitle 2"/>
          <p:cNvSpPr>
            <a:spLocks noGrp="1"/>
          </p:cNvSpPr>
          <p:nvPr>
            <p:ph type="subTitle" idx="1"/>
          </p:nvPr>
        </p:nvSpPr>
        <p:spPr>
          <a:xfrm>
            <a:off x="446402" y="3313849"/>
            <a:ext cx="8251199" cy="1937618"/>
          </a:xfrm>
        </p:spPr>
        <p:txBody>
          <a:bodyPr/>
          <a:lstStyle>
            <a:lvl1pPr marL="0" indent="0" algn="l">
              <a:buNone/>
              <a:defRPr>
                <a:solidFill>
                  <a:schemeClr val="tx1">
                    <a:lumMod val="85000"/>
                    <a:lumOff val="15000"/>
                  </a:schemeClr>
                </a:solidFill>
              </a:defRPr>
            </a:lvl1pPr>
            <a:lvl2pPr marL="457088" indent="0" algn="ctr">
              <a:buNone/>
              <a:defRPr>
                <a:solidFill>
                  <a:schemeClr val="tx1">
                    <a:tint val="75000"/>
                  </a:schemeClr>
                </a:solidFill>
              </a:defRPr>
            </a:lvl2pPr>
            <a:lvl3pPr marL="914175" indent="0" algn="ctr">
              <a:buNone/>
              <a:defRPr>
                <a:solidFill>
                  <a:schemeClr val="tx1">
                    <a:tint val="75000"/>
                  </a:schemeClr>
                </a:solidFill>
              </a:defRPr>
            </a:lvl3pPr>
            <a:lvl4pPr marL="1371255" indent="0" algn="ctr">
              <a:buNone/>
              <a:defRPr>
                <a:solidFill>
                  <a:schemeClr val="tx1">
                    <a:tint val="75000"/>
                  </a:schemeClr>
                </a:solidFill>
              </a:defRPr>
            </a:lvl4pPr>
            <a:lvl5pPr marL="1828343" indent="0" algn="ctr">
              <a:buNone/>
              <a:defRPr>
                <a:solidFill>
                  <a:schemeClr val="tx1">
                    <a:tint val="75000"/>
                  </a:schemeClr>
                </a:solidFill>
              </a:defRPr>
            </a:lvl5pPr>
            <a:lvl6pPr marL="2285430" indent="0" algn="ctr">
              <a:buNone/>
              <a:defRPr>
                <a:solidFill>
                  <a:schemeClr val="tx1">
                    <a:tint val="75000"/>
                  </a:schemeClr>
                </a:solidFill>
              </a:defRPr>
            </a:lvl6pPr>
            <a:lvl7pPr marL="2742518" indent="0" algn="ctr">
              <a:buNone/>
              <a:defRPr>
                <a:solidFill>
                  <a:schemeClr val="tx1">
                    <a:tint val="75000"/>
                  </a:schemeClr>
                </a:solidFill>
              </a:defRPr>
            </a:lvl7pPr>
            <a:lvl8pPr marL="3199598" indent="0" algn="ctr">
              <a:buNone/>
              <a:defRPr>
                <a:solidFill>
                  <a:schemeClr val="tx1">
                    <a:tint val="75000"/>
                  </a:schemeClr>
                </a:solidFill>
              </a:defRPr>
            </a:lvl8pPr>
            <a:lvl9pPr marL="3656685"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630295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6400" y="914400"/>
            <a:ext cx="8251200" cy="5211765"/>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p:cNvCxnSpPr/>
          <p:nvPr userDrawn="1"/>
        </p:nvCxnSpPr>
        <p:spPr>
          <a:xfrm>
            <a:off x="442683" y="85645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p:nvPr>
        </p:nvSpPr>
        <p:spPr>
          <a:xfrm>
            <a:off x="446400" y="273604"/>
            <a:ext cx="8251200" cy="448298"/>
          </a:xfrm>
          <a:prstGeom prst="rect">
            <a:avLst/>
          </a:prstGeom>
        </p:spPr>
        <p:txBody>
          <a:bodyPr vert="horz" lIns="0" tIns="45720" rIns="0" bIns="45720" rtlCol="0" anchor="ctr">
            <a:noAutofit/>
          </a:bodyPr>
          <a:lstStyle/>
          <a:p>
            <a:r>
              <a:rPr lang="en-US" dirty="0"/>
              <a:t>Click to edit Master title style</a:t>
            </a:r>
          </a:p>
        </p:txBody>
      </p:sp>
    </p:spTree>
    <p:extLst>
      <p:ext uri="{BB962C8B-B14F-4D97-AF65-F5344CB8AC3E}">
        <p14:creationId xmlns:p14="http://schemas.microsoft.com/office/powerpoint/2010/main" val="954214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Content Placeholder 2"/>
          <p:cNvSpPr>
            <a:spLocks noGrp="1"/>
          </p:cNvSpPr>
          <p:nvPr>
            <p:ph idx="1"/>
          </p:nvPr>
        </p:nvSpPr>
        <p:spPr>
          <a:xfrm>
            <a:off x="446400" y="1248941"/>
            <a:ext cx="8251200" cy="1262393"/>
          </a:xfrm>
        </p:spPr>
        <p:txBody>
          <a:bodyPr/>
          <a:lstStyle>
            <a:lvl1pPr marL="0" indent="0">
              <a:buNone/>
              <a:defRPr>
                <a:solidFill>
                  <a:schemeClr val="tx1">
                    <a:lumMod val="95000"/>
                    <a:lumOff val="5000"/>
                  </a:schemeClr>
                </a:solidFill>
              </a:defRPr>
            </a:lvl1pPr>
            <a:lvl2pPr>
              <a:defRPr>
                <a:solidFill>
                  <a:srgbClr val="7D868C"/>
                </a:solidFill>
              </a:defRPr>
            </a:lvl2pPr>
            <a:lvl3pPr>
              <a:defRPr>
                <a:solidFill>
                  <a:srgbClr val="7D868C"/>
                </a:solidFill>
              </a:defRPr>
            </a:lvl3pPr>
            <a:lvl4pPr>
              <a:defRPr>
                <a:solidFill>
                  <a:srgbClr val="7D868C"/>
                </a:solidFill>
              </a:defRPr>
            </a:lvl4pPr>
            <a:lvl5pPr>
              <a:defRPr>
                <a:solidFill>
                  <a:srgbClr val="7D868C"/>
                </a:solidFill>
              </a:defRPr>
            </a:lvl5pPr>
          </a:lstStyle>
          <a:p>
            <a:pPr lvl="0"/>
            <a:r>
              <a:rPr lang="en-US"/>
              <a:t>Click to edit Master text styles</a:t>
            </a:r>
          </a:p>
        </p:txBody>
      </p:sp>
      <p:sp>
        <p:nvSpPr>
          <p:cNvPr id="8" name="Content Placeholder 2"/>
          <p:cNvSpPr>
            <a:spLocks noGrp="1"/>
          </p:cNvSpPr>
          <p:nvPr>
            <p:ph idx="13"/>
          </p:nvPr>
        </p:nvSpPr>
        <p:spPr>
          <a:xfrm>
            <a:off x="457200" y="2511334"/>
            <a:ext cx="8229600" cy="3003608"/>
          </a:xfrm>
        </p:spPr>
        <p:txBody>
          <a:bodyPr/>
          <a:lstStyle>
            <a:lvl1pPr>
              <a:defRPr>
                <a:solidFill>
                  <a:schemeClr val="tx1">
                    <a:lumMod val="95000"/>
                    <a:lumOff val="5000"/>
                  </a:schemeClr>
                </a:solidFill>
              </a:defRPr>
            </a:lvl1pPr>
            <a:lvl2pPr>
              <a:defRPr>
                <a:solidFill>
                  <a:schemeClr val="tx1">
                    <a:lumMod val="95000"/>
                    <a:lumOff val="5000"/>
                  </a:schemeClr>
                </a:solidFill>
              </a:defRPr>
            </a:lvl2pPr>
            <a:lvl3pPr>
              <a:defRPr>
                <a:solidFill>
                  <a:schemeClr val="tx1">
                    <a:lumMod val="95000"/>
                    <a:lumOff val="5000"/>
                  </a:schemeClr>
                </a:solidFill>
              </a:defRPr>
            </a:lvl3pPr>
            <a:lvl4pPr>
              <a:defRPr>
                <a:solidFill>
                  <a:schemeClr val="tx1">
                    <a:lumMod val="95000"/>
                    <a:lumOff val="5000"/>
                  </a:schemeClr>
                </a:solidFill>
              </a:defRPr>
            </a:lvl4pPr>
            <a:lvl5pPr>
              <a:defRPr>
                <a:solidFill>
                  <a:schemeClr val="tx1">
                    <a:lumMod val="95000"/>
                    <a:lumOff val="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p:cNvCxnSpPr/>
          <p:nvPr userDrawn="1"/>
        </p:nvCxnSpPr>
        <p:spPr>
          <a:xfrm>
            <a:off x="442683" y="85645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6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2282565"/>
            <a:ext cx="8229600" cy="1439430"/>
          </a:xfrm>
        </p:spPr>
        <p:txBody>
          <a:bodyPr lIns="0" rIns="0" anchor="t">
            <a:normAutofit/>
          </a:bodyPr>
          <a:lstStyle>
            <a:lvl1pPr algn="l">
              <a:spcBef>
                <a:spcPts val="0"/>
              </a:spcBef>
              <a:defRPr sz="3202" b="0" i="0" cap="none" spc="-60">
                <a:solidFill>
                  <a:srgbClr val="003896"/>
                </a:solidFill>
                <a:latin typeface="Arial"/>
                <a:cs typeface="Arial"/>
              </a:defRPr>
            </a:lvl1pPr>
          </a:lstStyle>
          <a:p>
            <a:r>
              <a:rPr lang="en-US"/>
              <a:t>Click to edit Master title style</a:t>
            </a:r>
            <a:endParaRPr lang="en-US" dirty="0"/>
          </a:p>
        </p:txBody>
      </p:sp>
      <p:sp>
        <p:nvSpPr>
          <p:cNvPr id="3" name="Text Placeholder 2"/>
          <p:cNvSpPr>
            <a:spLocks noGrp="1"/>
          </p:cNvSpPr>
          <p:nvPr>
            <p:ph type="body" idx="1"/>
          </p:nvPr>
        </p:nvSpPr>
        <p:spPr>
          <a:xfrm>
            <a:off x="457200" y="1662938"/>
            <a:ext cx="8229600" cy="654180"/>
          </a:xfrm>
        </p:spPr>
        <p:txBody>
          <a:bodyPr lIns="0" rIns="0" anchor="b"/>
          <a:lstStyle>
            <a:lvl1pPr marL="0" indent="0">
              <a:buNone/>
              <a:defRPr sz="2002">
                <a:solidFill>
                  <a:schemeClr val="tx1">
                    <a:lumMod val="95000"/>
                    <a:lumOff val="5000"/>
                  </a:schemeClr>
                </a:solidFill>
              </a:defRPr>
            </a:lvl1pPr>
            <a:lvl2pPr marL="457088" indent="0">
              <a:buNone/>
              <a:defRPr sz="1800">
                <a:solidFill>
                  <a:schemeClr val="tx1">
                    <a:tint val="75000"/>
                  </a:schemeClr>
                </a:solidFill>
              </a:defRPr>
            </a:lvl2pPr>
            <a:lvl3pPr marL="914175" indent="0">
              <a:buNone/>
              <a:defRPr sz="1598">
                <a:solidFill>
                  <a:schemeClr val="tx1">
                    <a:tint val="75000"/>
                  </a:schemeClr>
                </a:solidFill>
              </a:defRPr>
            </a:lvl3pPr>
            <a:lvl4pPr marL="1371255" indent="0">
              <a:buNone/>
              <a:defRPr sz="1403">
                <a:solidFill>
                  <a:schemeClr val="tx1">
                    <a:tint val="75000"/>
                  </a:schemeClr>
                </a:solidFill>
              </a:defRPr>
            </a:lvl4pPr>
            <a:lvl5pPr marL="1828343" indent="0">
              <a:buNone/>
              <a:defRPr sz="1403">
                <a:solidFill>
                  <a:schemeClr val="tx1">
                    <a:tint val="75000"/>
                  </a:schemeClr>
                </a:solidFill>
              </a:defRPr>
            </a:lvl5pPr>
            <a:lvl6pPr marL="2285430" indent="0">
              <a:buNone/>
              <a:defRPr sz="1403">
                <a:solidFill>
                  <a:schemeClr val="tx1">
                    <a:tint val="75000"/>
                  </a:schemeClr>
                </a:solidFill>
              </a:defRPr>
            </a:lvl6pPr>
            <a:lvl7pPr marL="2742518" indent="0">
              <a:buNone/>
              <a:defRPr sz="1403">
                <a:solidFill>
                  <a:schemeClr val="tx1">
                    <a:tint val="75000"/>
                  </a:schemeClr>
                </a:solidFill>
              </a:defRPr>
            </a:lvl7pPr>
            <a:lvl8pPr marL="3199598" indent="0">
              <a:buNone/>
              <a:defRPr sz="1403">
                <a:solidFill>
                  <a:schemeClr val="tx1">
                    <a:tint val="75000"/>
                  </a:schemeClr>
                </a:solidFill>
              </a:defRPr>
            </a:lvl8pPr>
            <a:lvl9pPr marL="3656685" indent="0">
              <a:buNone/>
              <a:defRPr sz="1403">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573476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2" y="1248941"/>
            <a:ext cx="4038599" cy="4877228"/>
          </a:xfrm>
        </p:spPr>
        <p:txBody>
          <a:bodyPr/>
          <a:lstStyle>
            <a:lvl1pPr>
              <a:defRPr sz="2798"/>
            </a:lvl1pPr>
            <a:lvl2pPr>
              <a:defRPr sz="2400"/>
            </a:lvl2pPr>
            <a:lvl3pPr>
              <a:defRPr sz="2002"/>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48941"/>
            <a:ext cx="4038600" cy="4877228"/>
          </a:xfrm>
        </p:spPr>
        <p:txBody>
          <a:bodyPr/>
          <a:lstStyle>
            <a:lvl1pPr>
              <a:defRPr sz="2798"/>
            </a:lvl1pPr>
            <a:lvl2pPr>
              <a:defRPr sz="2400"/>
            </a:lvl2pPr>
            <a:lvl3pPr>
              <a:defRPr sz="2002"/>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p:nvPr userDrawn="1"/>
        </p:nvCxnSpPr>
        <p:spPr>
          <a:xfrm>
            <a:off x="431883" y="85645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8240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1" y="1248941"/>
            <a:ext cx="4040188" cy="918803"/>
          </a:xfrm>
        </p:spPr>
        <p:txBody>
          <a:bodyPr anchor="b"/>
          <a:lstStyle>
            <a:lvl1pPr marL="0" indent="0">
              <a:buNone/>
              <a:defRPr sz="2400" b="1"/>
            </a:lvl1pPr>
            <a:lvl2pPr marL="457088" indent="0">
              <a:buNone/>
              <a:defRPr sz="2002" b="1"/>
            </a:lvl2pPr>
            <a:lvl3pPr marL="914175" indent="0">
              <a:buNone/>
              <a:defRPr sz="1800" b="1"/>
            </a:lvl3pPr>
            <a:lvl4pPr marL="1371255" indent="0">
              <a:buNone/>
              <a:defRPr sz="1598" b="1"/>
            </a:lvl4pPr>
            <a:lvl5pPr marL="1828343" indent="0">
              <a:buNone/>
              <a:defRPr sz="1598" b="1"/>
            </a:lvl5pPr>
            <a:lvl6pPr marL="2285430" indent="0">
              <a:buNone/>
              <a:defRPr sz="1598" b="1"/>
            </a:lvl6pPr>
            <a:lvl7pPr marL="2742518" indent="0">
              <a:buNone/>
              <a:defRPr sz="1598" b="1"/>
            </a:lvl7pPr>
            <a:lvl8pPr marL="3199598" indent="0">
              <a:buNone/>
              <a:defRPr sz="1598" b="1"/>
            </a:lvl8pPr>
            <a:lvl9pPr marL="3656685" indent="0">
              <a:buNone/>
              <a:defRPr sz="1598" b="1"/>
            </a:lvl9pPr>
          </a:lstStyle>
          <a:p>
            <a:pPr lvl="0"/>
            <a:r>
              <a:rPr lang="en-US"/>
              <a:t>Click to edit Master text styles</a:t>
            </a:r>
          </a:p>
        </p:txBody>
      </p:sp>
      <p:sp>
        <p:nvSpPr>
          <p:cNvPr id="4" name="Content Placeholder 3"/>
          <p:cNvSpPr>
            <a:spLocks noGrp="1"/>
          </p:cNvSpPr>
          <p:nvPr>
            <p:ph sz="half" idx="2"/>
          </p:nvPr>
        </p:nvSpPr>
        <p:spPr>
          <a:xfrm>
            <a:off x="457201" y="2167740"/>
            <a:ext cx="4040188" cy="3951285"/>
          </a:xfrm>
        </p:spPr>
        <p:txBody>
          <a:bodyPr/>
          <a:lstStyle>
            <a:lvl1pPr>
              <a:defRPr sz="2400"/>
            </a:lvl1pPr>
            <a:lvl2pPr>
              <a:defRPr sz="2002"/>
            </a:lvl2pPr>
            <a:lvl3pPr>
              <a:defRPr sz="1800"/>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7" y="1248941"/>
            <a:ext cx="4041774" cy="918803"/>
          </a:xfrm>
        </p:spPr>
        <p:txBody>
          <a:bodyPr anchor="b"/>
          <a:lstStyle>
            <a:lvl1pPr marL="0" indent="0">
              <a:buNone/>
              <a:defRPr sz="2400" b="1"/>
            </a:lvl1pPr>
            <a:lvl2pPr marL="457088" indent="0">
              <a:buNone/>
              <a:defRPr sz="2002" b="1"/>
            </a:lvl2pPr>
            <a:lvl3pPr marL="914175" indent="0">
              <a:buNone/>
              <a:defRPr sz="1800" b="1"/>
            </a:lvl3pPr>
            <a:lvl4pPr marL="1371255" indent="0">
              <a:buNone/>
              <a:defRPr sz="1598" b="1"/>
            </a:lvl4pPr>
            <a:lvl5pPr marL="1828343" indent="0">
              <a:buNone/>
              <a:defRPr sz="1598" b="1"/>
            </a:lvl5pPr>
            <a:lvl6pPr marL="2285430" indent="0">
              <a:buNone/>
              <a:defRPr sz="1598" b="1"/>
            </a:lvl6pPr>
            <a:lvl7pPr marL="2742518" indent="0">
              <a:buNone/>
              <a:defRPr sz="1598" b="1"/>
            </a:lvl7pPr>
            <a:lvl8pPr marL="3199598" indent="0">
              <a:buNone/>
              <a:defRPr sz="1598" b="1"/>
            </a:lvl8pPr>
            <a:lvl9pPr marL="3656685" indent="0">
              <a:buNone/>
              <a:defRPr sz="1598" b="1"/>
            </a:lvl9pPr>
          </a:lstStyle>
          <a:p>
            <a:pPr lvl="0"/>
            <a:r>
              <a:rPr lang="en-US"/>
              <a:t>Click to edit Master text styles</a:t>
            </a:r>
          </a:p>
        </p:txBody>
      </p:sp>
      <p:sp>
        <p:nvSpPr>
          <p:cNvPr id="6" name="Content Placeholder 5"/>
          <p:cNvSpPr>
            <a:spLocks noGrp="1"/>
          </p:cNvSpPr>
          <p:nvPr>
            <p:ph sz="quarter" idx="4"/>
          </p:nvPr>
        </p:nvSpPr>
        <p:spPr>
          <a:xfrm>
            <a:off x="4645027" y="2167740"/>
            <a:ext cx="4041774" cy="3951285"/>
          </a:xfrm>
        </p:spPr>
        <p:txBody>
          <a:bodyPr/>
          <a:lstStyle>
            <a:lvl1pPr>
              <a:defRPr sz="2400"/>
            </a:lvl1pPr>
            <a:lvl2pPr>
              <a:defRPr sz="2002"/>
            </a:lvl2pPr>
            <a:lvl3pPr>
              <a:defRPr sz="1800"/>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p:cNvCxnSpPr/>
          <p:nvPr userDrawn="1"/>
        </p:nvCxnSpPr>
        <p:spPr>
          <a:xfrm>
            <a:off x="442683" y="85645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2966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03850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3"/>
            <a:ext cx="3008313" cy="1162050"/>
          </a:xfrm>
        </p:spPr>
        <p:txBody>
          <a:bodyPr anchor="b"/>
          <a:lstStyle>
            <a:lvl1pPr algn="l">
              <a:defRPr sz="2002" b="1"/>
            </a:lvl1pPr>
          </a:lstStyle>
          <a:p>
            <a:r>
              <a:rPr lang="en-US"/>
              <a:t>Click to edit Master title style</a:t>
            </a:r>
            <a:endParaRPr lang="en-US" dirty="0"/>
          </a:p>
        </p:txBody>
      </p:sp>
      <p:sp>
        <p:nvSpPr>
          <p:cNvPr id="3" name="Content Placeholder 2"/>
          <p:cNvSpPr>
            <a:spLocks noGrp="1"/>
          </p:cNvSpPr>
          <p:nvPr>
            <p:ph idx="1"/>
          </p:nvPr>
        </p:nvSpPr>
        <p:spPr>
          <a:xfrm>
            <a:off x="3575050" y="273056"/>
            <a:ext cx="5111750" cy="5853113"/>
          </a:xfrm>
        </p:spPr>
        <p:txBody>
          <a:bodyPr/>
          <a:lstStyle>
            <a:lvl1pPr>
              <a:defRPr sz="3202"/>
            </a:lvl1pPr>
            <a:lvl2pPr>
              <a:defRPr sz="2798"/>
            </a:lvl2pPr>
            <a:lvl3pPr>
              <a:defRPr sz="2400"/>
            </a:lvl3pPr>
            <a:lvl4pPr>
              <a:defRPr sz="2002"/>
            </a:lvl4pPr>
            <a:lvl5pPr>
              <a:defRPr sz="2002"/>
            </a:lvl5pPr>
            <a:lvl6pPr>
              <a:defRPr sz="2002"/>
            </a:lvl6pPr>
            <a:lvl7pPr>
              <a:defRPr sz="2002"/>
            </a:lvl7pPr>
            <a:lvl8pPr>
              <a:defRPr sz="2002"/>
            </a:lvl8pPr>
            <a:lvl9pPr>
              <a:defRPr sz="200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6"/>
            <a:ext cx="3008313" cy="4691063"/>
          </a:xfrm>
        </p:spPr>
        <p:txBody>
          <a:bodyPr/>
          <a:lstStyle>
            <a:lvl1pPr marL="0" indent="0">
              <a:buNone/>
              <a:defRPr sz="1403"/>
            </a:lvl1pPr>
            <a:lvl2pPr marL="457088" indent="0">
              <a:buNone/>
              <a:defRPr sz="1200"/>
            </a:lvl2pPr>
            <a:lvl3pPr marL="914175" indent="0">
              <a:buNone/>
              <a:defRPr sz="998"/>
            </a:lvl3pPr>
            <a:lvl4pPr marL="1371255" indent="0">
              <a:buNone/>
              <a:defRPr sz="900"/>
            </a:lvl4pPr>
            <a:lvl5pPr marL="1828343" indent="0">
              <a:buNone/>
              <a:defRPr sz="900"/>
            </a:lvl5pPr>
            <a:lvl6pPr marL="2285430" indent="0">
              <a:buNone/>
              <a:defRPr sz="900"/>
            </a:lvl6pPr>
            <a:lvl7pPr marL="2742518" indent="0">
              <a:buNone/>
              <a:defRPr sz="900"/>
            </a:lvl7pPr>
            <a:lvl8pPr marL="3199598" indent="0">
              <a:buNone/>
              <a:defRPr sz="900"/>
            </a:lvl8pPr>
            <a:lvl9pPr marL="3656685" indent="0">
              <a:buNone/>
              <a:defRPr sz="900"/>
            </a:lvl9pPr>
          </a:lstStyle>
          <a:p>
            <a:pPr lvl="0"/>
            <a:r>
              <a:rPr lang="en-US"/>
              <a:t>Click to edit Master text styles</a:t>
            </a:r>
          </a:p>
        </p:txBody>
      </p:sp>
      <p:cxnSp>
        <p:nvCxnSpPr>
          <p:cNvPr id="8" name="Straight Connector 7"/>
          <p:cNvCxnSpPr/>
          <p:nvPr userDrawn="1"/>
        </p:nvCxnSpPr>
        <p:spPr>
          <a:xfrm>
            <a:off x="446400" y="611779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4019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4800604"/>
            <a:ext cx="8229599" cy="566738"/>
          </a:xfrm>
        </p:spPr>
        <p:txBody>
          <a:bodyPr anchor="b"/>
          <a:lstStyle>
            <a:lvl1pPr algn="l">
              <a:defRPr sz="2002" b="0"/>
            </a:lvl1pPr>
          </a:lstStyle>
          <a:p>
            <a:r>
              <a:rPr lang="en-US"/>
              <a:t>Click to edit Master title style</a:t>
            </a:r>
            <a:endParaRPr lang="en-US" dirty="0"/>
          </a:p>
        </p:txBody>
      </p:sp>
      <p:sp>
        <p:nvSpPr>
          <p:cNvPr id="3" name="Picture Placeholder 2"/>
          <p:cNvSpPr>
            <a:spLocks noGrp="1"/>
          </p:cNvSpPr>
          <p:nvPr>
            <p:ph type="pic" idx="1"/>
          </p:nvPr>
        </p:nvSpPr>
        <p:spPr>
          <a:xfrm>
            <a:off x="457202" y="612773"/>
            <a:ext cx="8229599" cy="4114800"/>
          </a:xfrm>
        </p:spPr>
        <p:txBody>
          <a:bodyPr/>
          <a:lstStyle>
            <a:lvl1pPr marL="0" indent="0">
              <a:buNone/>
              <a:defRPr sz="3202"/>
            </a:lvl1pPr>
            <a:lvl2pPr marL="457088" indent="0">
              <a:buNone/>
              <a:defRPr sz="2798"/>
            </a:lvl2pPr>
            <a:lvl3pPr marL="914175" indent="0">
              <a:buNone/>
              <a:defRPr sz="2400"/>
            </a:lvl3pPr>
            <a:lvl4pPr marL="1371255" indent="0">
              <a:buNone/>
              <a:defRPr sz="2002"/>
            </a:lvl4pPr>
            <a:lvl5pPr marL="1828343" indent="0">
              <a:buNone/>
              <a:defRPr sz="2002"/>
            </a:lvl5pPr>
            <a:lvl6pPr marL="2285430" indent="0">
              <a:buNone/>
              <a:defRPr sz="2002"/>
            </a:lvl6pPr>
            <a:lvl7pPr marL="2742518" indent="0">
              <a:buNone/>
              <a:defRPr sz="2002"/>
            </a:lvl7pPr>
            <a:lvl8pPr marL="3199598" indent="0">
              <a:buNone/>
              <a:defRPr sz="2002"/>
            </a:lvl8pPr>
            <a:lvl9pPr marL="3656685" indent="0">
              <a:buNone/>
              <a:defRPr sz="2002"/>
            </a:lvl9pPr>
          </a:lstStyle>
          <a:p>
            <a:r>
              <a:rPr lang="en-US" dirty="0"/>
              <a:t>Drag picture to placeholder or click icon to add</a:t>
            </a:r>
          </a:p>
        </p:txBody>
      </p:sp>
      <p:sp>
        <p:nvSpPr>
          <p:cNvPr id="4" name="Text Placeholder 3"/>
          <p:cNvSpPr>
            <a:spLocks noGrp="1"/>
          </p:cNvSpPr>
          <p:nvPr>
            <p:ph type="body" sz="half" idx="2"/>
          </p:nvPr>
        </p:nvSpPr>
        <p:spPr>
          <a:xfrm>
            <a:off x="457202" y="5367341"/>
            <a:ext cx="8229599" cy="804863"/>
          </a:xfrm>
        </p:spPr>
        <p:txBody>
          <a:bodyPr/>
          <a:lstStyle>
            <a:lvl1pPr marL="0" indent="0">
              <a:buNone/>
              <a:defRPr sz="1403"/>
            </a:lvl1pPr>
            <a:lvl2pPr marL="457088" indent="0">
              <a:buNone/>
              <a:defRPr sz="1200"/>
            </a:lvl2pPr>
            <a:lvl3pPr marL="914175" indent="0">
              <a:buNone/>
              <a:defRPr sz="998"/>
            </a:lvl3pPr>
            <a:lvl4pPr marL="1371255" indent="0">
              <a:buNone/>
              <a:defRPr sz="900"/>
            </a:lvl4pPr>
            <a:lvl5pPr marL="1828343" indent="0">
              <a:buNone/>
              <a:defRPr sz="900"/>
            </a:lvl5pPr>
            <a:lvl6pPr marL="2285430" indent="0">
              <a:buNone/>
              <a:defRPr sz="900"/>
            </a:lvl6pPr>
            <a:lvl7pPr marL="2742518" indent="0">
              <a:buNone/>
              <a:defRPr sz="900"/>
            </a:lvl7pPr>
            <a:lvl8pPr marL="3199598" indent="0">
              <a:buNone/>
              <a:defRPr sz="900"/>
            </a:lvl8pPr>
            <a:lvl9pPr marL="3656685" indent="0">
              <a:buNone/>
              <a:defRPr sz="900"/>
            </a:lvl9pPr>
          </a:lstStyle>
          <a:p>
            <a:pPr lvl="0"/>
            <a:r>
              <a:rPr lang="en-US"/>
              <a:t>Click to edit Master text styles</a:t>
            </a:r>
          </a:p>
        </p:txBody>
      </p:sp>
      <p:sp>
        <p:nvSpPr>
          <p:cNvPr id="5" name="Slide Number Placeholder 5"/>
          <p:cNvSpPr>
            <a:spLocks noGrp="1"/>
          </p:cNvSpPr>
          <p:nvPr>
            <p:ph type="sldNum" sz="quarter" idx="4"/>
          </p:nvPr>
        </p:nvSpPr>
        <p:spPr>
          <a:xfrm>
            <a:off x="8238505" y="6425089"/>
            <a:ext cx="448296" cy="365123"/>
          </a:xfrm>
          <a:prstGeom prst="rect">
            <a:avLst/>
          </a:prstGeom>
        </p:spPr>
        <p:txBody>
          <a:bodyPr vert="horz" lIns="91440" tIns="45720" rIns="0" bIns="45720" rtlCol="0" anchor="ctr"/>
          <a:lstStyle>
            <a:lvl1pPr algn="r">
              <a:defRPr sz="998">
                <a:solidFill>
                  <a:srgbClr val="7D868C"/>
                </a:solidFill>
                <a:latin typeface="Arial"/>
              </a:defRPr>
            </a:lvl1pPr>
          </a:lstStyle>
          <a:p>
            <a:fld id="{CD65AE55-C6D8-AA44-BC22-CDABB37A0676}" type="slidenum">
              <a:rPr lang="en-US" smtClean="0"/>
              <a:pPr/>
              <a:t>‹#›</a:t>
            </a:fld>
            <a:endParaRPr lang="en-US" dirty="0"/>
          </a:p>
        </p:txBody>
      </p:sp>
    </p:spTree>
    <p:extLst>
      <p:ext uri="{BB962C8B-B14F-4D97-AF65-F5344CB8AC3E}">
        <p14:creationId xmlns:p14="http://schemas.microsoft.com/office/powerpoint/2010/main" val="3783096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446400" y="611779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442683" y="1174088"/>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183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GD White Logo Slide">
    <p:spTree>
      <p:nvGrpSpPr>
        <p:cNvPr id="1" name=""/>
        <p:cNvGrpSpPr/>
        <p:nvPr/>
      </p:nvGrpSpPr>
      <p:grpSpPr>
        <a:xfrm>
          <a:off x="0" y="0"/>
          <a:ext cx="0" cy="0"/>
          <a:chOff x="0" y="0"/>
          <a:chExt cx="0" cy="0"/>
        </a:xfrm>
      </p:grpSpPr>
      <p:pic>
        <p:nvPicPr>
          <p:cNvPr id="6" name="Picture 5" descr="GDlogowhit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8159" y="2116823"/>
            <a:ext cx="6978429" cy="309390"/>
          </a:xfrm>
          <a:prstGeom prst="rect">
            <a:avLst/>
          </a:prstGeom>
        </p:spPr>
      </p:pic>
      <p:pic>
        <p:nvPicPr>
          <p:cNvPr id="8" name="Picture 7" descr="GDlogoblue.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7511" y="2779853"/>
            <a:ext cx="7310994" cy="324135"/>
          </a:xfrm>
          <a:prstGeom prst="rect">
            <a:avLst/>
          </a:prstGeom>
        </p:spPr>
      </p:pic>
      <p:cxnSp>
        <p:nvCxnSpPr>
          <p:cNvPr id="11" name="Straight Connector 10"/>
          <p:cNvCxnSpPr/>
          <p:nvPr userDrawn="1"/>
        </p:nvCxnSpPr>
        <p:spPr>
          <a:xfrm>
            <a:off x="446400" y="3419205"/>
            <a:ext cx="8251200" cy="0"/>
          </a:xfrm>
          <a:prstGeom prst="line">
            <a:avLst/>
          </a:prstGeom>
          <a:ln w="6350" cmpd="sng">
            <a:solidFill>
              <a:srgbClr val="7D868C"/>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title"/>
          </p:nvPr>
        </p:nvSpPr>
        <p:spPr>
          <a:xfrm>
            <a:off x="446400" y="3419205"/>
            <a:ext cx="8251200" cy="911415"/>
          </a:xfrm>
        </p:spPr>
        <p:txBody>
          <a:bodyPr>
            <a:normAutofit/>
          </a:bodyPr>
          <a:lstStyle>
            <a:lvl1pPr algn="ctr">
              <a:defRPr sz="2400">
                <a:solidFill>
                  <a:schemeClr val="tx1">
                    <a:lumMod val="85000"/>
                    <a:lumOff val="15000"/>
                  </a:schemeClr>
                </a:solidFill>
              </a:defRPr>
            </a:lvl1pPr>
          </a:lstStyle>
          <a:p>
            <a:r>
              <a:rPr lang="en-US"/>
              <a:t>Click to edit Master title style</a:t>
            </a:r>
            <a:endParaRPr lang="en-US" dirty="0"/>
          </a:p>
        </p:txBody>
      </p:sp>
      <p:sp>
        <p:nvSpPr>
          <p:cNvPr id="27" name="Text Placeholder 26"/>
          <p:cNvSpPr>
            <a:spLocks noGrp="1"/>
          </p:cNvSpPr>
          <p:nvPr>
            <p:ph type="body" sz="quarter" idx="12" hasCustomPrompt="1"/>
          </p:nvPr>
        </p:nvSpPr>
        <p:spPr>
          <a:xfrm>
            <a:off x="446400" y="4330624"/>
            <a:ext cx="8251200" cy="535088"/>
          </a:xfrm>
        </p:spPr>
        <p:txBody>
          <a:bodyPr>
            <a:normAutofit/>
          </a:bodyPr>
          <a:lstStyle>
            <a:lvl1pPr marL="0" indent="0" algn="ctr">
              <a:buNone/>
              <a:defRPr sz="1598"/>
            </a:lvl1pPr>
          </a:lstStyle>
          <a:p>
            <a:pPr lvl="0"/>
            <a:r>
              <a:rPr lang="en-US" dirty="0"/>
              <a:t>Date</a:t>
            </a:r>
          </a:p>
        </p:txBody>
      </p:sp>
      <p:sp>
        <p:nvSpPr>
          <p:cNvPr id="32" name="Rectangle 31"/>
          <p:cNvSpPr/>
          <p:nvPr userDrawn="1"/>
        </p:nvSpPr>
        <p:spPr>
          <a:xfrm>
            <a:off x="0" y="6078566"/>
            <a:ext cx="9144000" cy="77943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rgbClr val="FFFFFF"/>
              </a:solidFill>
            </a:endParaRPr>
          </a:p>
        </p:txBody>
      </p:sp>
      <p:sp>
        <p:nvSpPr>
          <p:cNvPr id="9" name="Rectangle 20"/>
          <p:cNvSpPr txBox="1">
            <a:spLocks noChangeArrowheads="1"/>
          </p:cNvSpPr>
          <p:nvPr userDrawn="1"/>
        </p:nvSpPr>
        <p:spPr bwMode="auto">
          <a:xfrm>
            <a:off x="6344769" y="6446685"/>
            <a:ext cx="2446973"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457200" rtl="0" eaLnBrk="1" latinLnBrk="0" hangingPunct="1">
              <a:defRPr sz="700" b="1" kern="1200">
                <a:solidFill>
                  <a:schemeClr val="tx1"/>
                </a:solidFill>
                <a:latin typeface="Arial"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sz="803" b="0" spc="-53" dirty="0">
                <a:solidFill>
                  <a:srgbClr val="004986"/>
                </a:solidFill>
                <a:latin typeface="Arial"/>
                <a:cs typeface="Arial"/>
              </a:rPr>
              <a:t>03.  Groton Ops Perf.  JPG</a:t>
            </a:r>
            <a:r>
              <a:rPr lang="en-US" sz="803" b="0" spc="-53" baseline="0" dirty="0">
                <a:solidFill>
                  <a:srgbClr val="004986"/>
                </a:solidFill>
                <a:latin typeface="Arial"/>
                <a:cs typeface="Arial"/>
              </a:rPr>
              <a:t>  10-28-21</a:t>
            </a:r>
            <a:r>
              <a:rPr lang="en-US" sz="803" b="0" spc="-53" dirty="0">
                <a:solidFill>
                  <a:srgbClr val="004986"/>
                </a:solidFill>
                <a:latin typeface="Arial"/>
                <a:cs typeface="Arial"/>
              </a:rPr>
              <a:t>                 Page</a:t>
            </a:r>
            <a:r>
              <a:rPr lang="en-US" sz="803" b="0" spc="-53" baseline="0" dirty="0">
                <a:solidFill>
                  <a:srgbClr val="004986"/>
                </a:solidFill>
                <a:latin typeface="Arial"/>
                <a:cs typeface="Arial"/>
              </a:rPr>
              <a:t> </a:t>
            </a:r>
            <a:fld id="{2ED4AFB1-1966-437D-9560-F091126160DC}" type="slidenum">
              <a:rPr lang="en-US" sz="803" smtClean="0">
                <a:solidFill>
                  <a:srgbClr val="004986"/>
                </a:solidFill>
              </a:rPr>
              <a:pPr fontAlgn="base">
                <a:spcBef>
                  <a:spcPct val="0"/>
                </a:spcBef>
                <a:spcAft>
                  <a:spcPct val="0"/>
                </a:spcAft>
                <a:defRPr/>
              </a:pPr>
              <a:t>‹#›</a:t>
            </a:fld>
            <a:r>
              <a:rPr lang="en-US" sz="803" b="0" spc="-53" dirty="0">
                <a:solidFill>
                  <a:srgbClr val="004986"/>
                </a:solidFill>
                <a:latin typeface="Arial"/>
                <a:cs typeface="Arial"/>
              </a:rPr>
              <a:t>    </a:t>
            </a:r>
          </a:p>
        </p:txBody>
      </p:sp>
    </p:spTree>
    <p:extLst>
      <p:ext uri="{BB962C8B-B14F-4D97-AF65-F5344CB8AC3E}">
        <p14:creationId xmlns:p14="http://schemas.microsoft.com/office/powerpoint/2010/main" val="16310569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6400" y="1260090"/>
            <a:ext cx="8251200" cy="4866075"/>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p:cNvCxnSpPr/>
          <p:nvPr userDrawn="1"/>
        </p:nvCxnSpPr>
        <p:spPr>
          <a:xfrm>
            <a:off x="442683" y="977228"/>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p:nvPr>
        </p:nvSpPr>
        <p:spPr>
          <a:xfrm>
            <a:off x="446400" y="273604"/>
            <a:ext cx="8251200" cy="448298"/>
          </a:xfrm>
          <a:prstGeom prst="rect">
            <a:avLst/>
          </a:prstGeom>
        </p:spPr>
        <p:txBody>
          <a:bodyPr vert="horz" lIns="0" tIns="45720" rIns="0" bIns="45720" rtlCol="0" anchor="ctr">
            <a:noAutofit/>
          </a:bodyPr>
          <a:lstStyle/>
          <a:p>
            <a:r>
              <a:rPr lang="en-US" dirty="0"/>
              <a:t>Click to edit Master title style</a:t>
            </a:r>
          </a:p>
        </p:txBody>
      </p:sp>
    </p:spTree>
    <p:extLst>
      <p:ext uri="{BB962C8B-B14F-4D97-AF65-F5344CB8AC3E}">
        <p14:creationId xmlns:p14="http://schemas.microsoft.com/office/powerpoint/2010/main" val="36514070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Content Placeholder 2"/>
          <p:cNvSpPr>
            <a:spLocks noGrp="1"/>
          </p:cNvSpPr>
          <p:nvPr>
            <p:ph idx="1"/>
          </p:nvPr>
        </p:nvSpPr>
        <p:spPr>
          <a:xfrm>
            <a:off x="446400" y="1248941"/>
            <a:ext cx="8251200" cy="1262393"/>
          </a:xfrm>
        </p:spPr>
        <p:txBody>
          <a:bodyPr/>
          <a:lstStyle>
            <a:lvl1pPr marL="0" indent="0">
              <a:buNone/>
              <a:defRPr>
                <a:solidFill>
                  <a:schemeClr val="tx1">
                    <a:lumMod val="95000"/>
                    <a:lumOff val="5000"/>
                  </a:schemeClr>
                </a:solidFill>
              </a:defRPr>
            </a:lvl1pPr>
            <a:lvl2pPr>
              <a:defRPr>
                <a:solidFill>
                  <a:srgbClr val="7D868C"/>
                </a:solidFill>
              </a:defRPr>
            </a:lvl2pPr>
            <a:lvl3pPr>
              <a:defRPr>
                <a:solidFill>
                  <a:srgbClr val="7D868C"/>
                </a:solidFill>
              </a:defRPr>
            </a:lvl3pPr>
            <a:lvl4pPr>
              <a:defRPr>
                <a:solidFill>
                  <a:srgbClr val="7D868C"/>
                </a:solidFill>
              </a:defRPr>
            </a:lvl4pPr>
            <a:lvl5pPr>
              <a:defRPr>
                <a:solidFill>
                  <a:srgbClr val="7D868C"/>
                </a:solidFill>
              </a:defRPr>
            </a:lvl5pPr>
          </a:lstStyle>
          <a:p>
            <a:pPr lvl="0"/>
            <a:r>
              <a:rPr lang="en-US"/>
              <a:t>Click to edit Master text styles</a:t>
            </a:r>
          </a:p>
        </p:txBody>
      </p:sp>
      <p:sp>
        <p:nvSpPr>
          <p:cNvPr id="8" name="Content Placeholder 2"/>
          <p:cNvSpPr>
            <a:spLocks noGrp="1"/>
          </p:cNvSpPr>
          <p:nvPr>
            <p:ph idx="13"/>
          </p:nvPr>
        </p:nvSpPr>
        <p:spPr>
          <a:xfrm>
            <a:off x="457200" y="2511334"/>
            <a:ext cx="8229600" cy="3003608"/>
          </a:xfrm>
        </p:spPr>
        <p:txBody>
          <a:bodyPr/>
          <a:lstStyle>
            <a:lvl1pPr>
              <a:defRPr>
                <a:solidFill>
                  <a:schemeClr val="tx1">
                    <a:lumMod val="95000"/>
                    <a:lumOff val="5000"/>
                  </a:schemeClr>
                </a:solidFill>
              </a:defRPr>
            </a:lvl1pPr>
            <a:lvl2pPr>
              <a:defRPr>
                <a:solidFill>
                  <a:schemeClr val="tx1">
                    <a:lumMod val="95000"/>
                    <a:lumOff val="5000"/>
                  </a:schemeClr>
                </a:solidFill>
              </a:defRPr>
            </a:lvl2pPr>
            <a:lvl3pPr>
              <a:defRPr>
                <a:solidFill>
                  <a:schemeClr val="tx1">
                    <a:lumMod val="95000"/>
                    <a:lumOff val="5000"/>
                  </a:schemeClr>
                </a:solidFill>
              </a:defRPr>
            </a:lvl3pPr>
            <a:lvl4pPr>
              <a:defRPr>
                <a:solidFill>
                  <a:schemeClr val="tx1">
                    <a:lumMod val="95000"/>
                    <a:lumOff val="5000"/>
                  </a:schemeClr>
                </a:solidFill>
              </a:defRPr>
            </a:lvl4pPr>
            <a:lvl5pPr>
              <a:defRPr>
                <a:solidFill>
                  <a:schemeClr val="tx1">
                    <a:lumMod val="95000"/>
                    <a:lumOff val="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p:cNvCxnSpPr/>
          <p:nvPr userDrawn="1"/>
        </p:nvCxnSpPr>
        <p:spPr>
          <a:xfrm>
            <a:off x="442683" y="85645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6978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7" name="Straight Connector 6"/>
          <p:cNvCxnSpPr/>
          <p:nvPr userDrawn="1"/>
        </p:nvCxnSpPr>
        <p:spPr>
          <a:xfrm>
            <a:off x="431883" y="85645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7798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image" Target="../media/image2.png"/><Relationship Id="rId2" Type="http://schemas.openxmlformats.org/officeDocument/2006/relationships/slideLayout" Target="../slideLayouts/slideLayout11.xml"/><Relationship Id="rId16"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606425" y="457200"/>
            <a:ext cx="83375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a:t>Click to edit Master title style</a:t>
            </a:r>
          </a:p>
        </p:txBody>
      </p:sp>
      <p:sp>
        <p:nvSpPr>
          <p:cNvPr id="1027" name="Rectangle 4"/>
          <p:cNvSpPr>
            <a:spLocks noGrp="1" noChangeArrowheads="1"/>
          </p:cNvSpPr>
          <p:nvPr>
            <p:ph type="body" idx="1"/>
          </p:nvPr>
        </p:nvSpPr>
        <p:spPr bwMode="auto">
          <a:xfrm>
            <a:off x="619125" y="1600200"/>
            <a:ext cx="8339138"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dirty="0"/>
              <a:t>Click to edit Master text styles</a:t>
            </a:r>
          </a:p>
          <a:p>
            <a:pPr lvl="1"/>
            <a:r>
              <a:rPr lang="en-US" dirty="0"/>
              <a:t> Second level</a:t>
            </a:r>
          </a:p>
          <a:p>
            <a:pPr lvl="2"/>
            <a:r>
              <a:rPr lang="en-US" dirty="0"/>
              <a:t>Third level</a:t>
            </a:r>
          </a:p>
          <a:p>
            <a:pPr lvl="3"/>
            <a:r>
              <a:rPr lang="en-US" dirty="0"/>
              <a:t> Fourth level</a:t>
            </a:r>
          </a:p>
          <a:p>
            <a:pPr lvl="4"/>
            <a:r>
              <a:rPr lang="en-US" dirty="0"/>
              <a:t>Fifth level</a:t>
            </a:r>
          </a:p>
        </p:txBody>
      </p:sp>
      <p:sp>
        <p:nvSpPr>
          <p:cNvPr id="1028" name="Line 5"/>
          <p:cNvSpPr>
            <a:spLocks noChangeShapeType="1"/>
          </p:cNvSpPr>
          <p:nvPr/>
        </p:nvSpPr>
        <p:spPr bwMode="auto">
          <a:xfrm>
            <a:off x="482600" y="6172200"/>
            <a:ext cx="8343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28"/>
          </a:p>
        </p:txBody>
      </p:sp>
      <p:sp>
        <p:nvSpPr>
          <p:cNvPr id="1029" name="Rectangle 6"/>
          <p:cNvSpPr>
            <a:spLocks noChangeArrowheads="1"/>
          </p:cNvSpPr>
          <p:nvPr/>
        </p:nvSpPr>
        <p:spPr bwMode="auto">
          <a:xfrm>
            <a:off x="7162800" y="6330953"/>
            <a:ext cx="1436688" cy="25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3" rIns="90488" bIns="44453">
            <a:spAutoFit/>
          </a:bodyPr>
          <a:lstStyle/>
          <a:p>
            <a:pPr algn="r">
              <a:spcBef>
                <a:spcPct val="50000"/>
              </a:spcBef>
              <a:buClrTx/>
              <a:buSzTx/>
              <a:buFontTx/>
              <a:buNone/>
            </a:pPr>
            <a:r>
              <a:rPr lang="en-US" sz="1103" baseline="0" dirty="0"/>
              <a:t>Revision A</a:t>
            </a:r>
            <a:endParaRPr lang="en-US" sz="1103" dirty="0"/>
          </a:p>
        </p:txBody>
      </p:sp>
      <p:sp>
        <p:nvSpPr>
          <p:cNvPr id="1030" name="Line 7"/>
          <p:cNvSpPr>
            <a:spLocks noChangeShapeType="1"/>
          </p:cNvSpPr>
          <p:nvPr/>
        </p:nvSpPr>
        <p:spPr bwMode="auto">
          <a:xfrm>
            <a:off x="317500" y="1371600"/>
            <a:ext cx="8509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28"/>
          </a:p>
        </p:txBody>
      </p:sp>
      <p:sp>
        <p:nvSpPr>
          <p:cNvPr id="1031" name="Line 8"/>
          <p:cNvSpPr>
            <a:spLocks noChangeShapeType="1"/>
          </p:cNvSpPr>
          <p:nvPr/>
        </p:nvSpPr>
        <p:spPr bwMode="auto">
          <a:xfrm>
            <a:off x="474663" y="236539"/>
            <a:ext cx="0" cy="63865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28"/>
          </a:p>
        </p:txBody>
      </p:sp>
      <p:pic>
        <p:nvPicPr>
          <p:cNvPr id="1032" name="Picture 10" descr="EB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9287" y="6324600"/>
            <a:ext cx="2386013" cy="28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61" r:id="rId9"/>
  </p:sldLayoutIdLst>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txStyles>
    <p:title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defRPr>
      </a:lvl2pPr>
      <a:lvl3pPr algn="l" rtl="0" eaLnBrk="0" fontAlgn="base" hangingPunct="0">
        <a:spcBef>
          <a:spcPct val="0"/>
        </a:spcBef>
        <a:spcAft>
          <a:spcPct val="0"/>
        </a:spcAft>
        <a:defRPr sz="3600" b="1">
          <a:solidFill>
            <a:schemeClr val="tx1"/>
          </a:solidFill>
          <a:latin typeface="Arial" charset="0"/>
        </a:defRPr>
      </a:lvl3pPr>
      <a:lvl4pPr algn="l" rtl="0" eaLnBrk="0" fontAlgn="base" hangingPunct="0">
        <a:spcBef>
          <a:spcPct val="0"/>
        </a:spcBef>
        <a:spcAft>
          <a:spcPct val="0"/>
        </a:spcAft>
        <a:defRPr sz="3600" b="1">
          <a:solidFill>
            <a:schemeClr val="tx1"/>
          </a:solidFill>
          <a:latin typeface="Arial" charset="0"/>
        </a:defRPr>
      </a:lvl4pPr>
      <a:lvl5pPr algn="l" rtl="0" eaLnBrk="0" fontAlgn="base" hangingPunct="0">
        <a:spcBef>
          <a:spcPct val="0"/>
        </a:spcBef>
        <a:spcAft>
          <a:spcPct val="0"/>
        </a:spcAft>
        <a:defRPr sz="3600" b="1">
          <a:solidFill>
            <a:schemeClr val="tx1"/>
          </a:solidFill>
          <a:latin typeface="Arial" charset="0"/>
        </a:defRPr>
      </a:lvl5pPr>
      <a:lvl6pPr marL="457088" algn="l" rtl="0" eaLnBrk="0" fontAlgn="base" hangingPunct="0">
        <a:spcBef>
          <a:spcPct val="0"/>
        </a:spcBef>
        <a:spcAft>
          <a:spcPct val="0"/>
        </a:spcAft>
        <a:defRPr sz="3600" b="1">
          <a:solidFill>
            <a:schemeClr val="tx1"/>
          </a:solidFill>
          <a:latin typeface="Arial" charset="0"/>
        </a:defRPr>
      </a:lvl6pPr>
      <a:lvl7pPr marL="914175" algn="l" rtl="0" eaLnBrk="0" fontAlgn="base" hangingPunct="0">
        <a:spcBef>
          <a:spcPct val="0"/>
        </a:spcBef>
        <a:spcAft>
          <a:spcPct val="0"/>
        </a:spcAft>
        <a:defRPr sz="3600" b="1">
          <a:solidFill>
            <a:schemeClr val="tx1"/>
          </a:solidFill>
          <a:latin typeface="Arial" charset="0"/>
        </a:defRPr>
      </a:lvl7pPr>
      <a:lvl8pPr marL="1371255" algn="l" rtl="0" eaLnBrk="0" fontAlgn="base" hangingPunct="0">
        <a:spcBef>
          <a:spcPct val="0"/>
        </a:spcBef>
        <a:spcAft>
          <a:spcPct val="0"/>
        </a:spcAft>
        <a:defRPr sz="3600" b="1">
          <a:solidFill>
            <a:schemeClr val="tx1"/>
          </a:solidFill>
          <a:latin typeface="Arial" charset="0"/>
        </a:defRPr>
      </a:lvl8pPr>
      <a:lvl9pPr marL="1828343" algn="l" rtl="0" eaLnBrk="0" fontAlgn="base" hangingPunct="0">
        <a:spcBef>
          <a:spcPct val="0"/>
        </a:spcBef>
        <a:spcAft>
          <a:spcPct val="0"/>
        </a:spcAft>
        <a:defRPr sz="3600" b="1">
          <a:solidFill>
            <a:schemeClr val="tx1"/>
          </a:solidFill>
          <a:latin typeface="Arial" charset="0"/>
        </a:defRPr>
      </a:lvl9pPr>
    </p:titleStyle>
    <p:bodyStyle>
      <a:lvl1pPr marL="342818" indent="-342818" algn="l" rtl="0" eaLnBrk="0" fontAlgn="base" hangingPunct="0">
        <a:spcBef>
          <a:spcPct val="20000"/>
        </a:spcBef>
        <a:spcAft>
          <a:spcPct val="0"/>
        </a:spcAft>
        <a:buClr>
          <a:schemeClr val="tx1"/>
        </a:buClr>
        <a:buSzPct val="80000"/>
        <a:buFont typeface="Monotype Sorts" pitchFamily="2" charset="2"/>
        <a:buChar char="l"/>
        <a:defRPr sz="2400">
          <a:solidFill>
            <a:schemeClr val="tx1"/>
          </a:solidFill>
          <a:latin typeface="+mn-lt"/>
          <a:ea typeface="+mn-ea"/>
          <a:cs typeface="+mn-cs"/>
        </a:defRPr>
      </a:lvl1pPr>
      <a:lvl2pPr marL="742763" indent="-285675" algn="l" rtl="0" eaLnBrk="0" fontAlgn="base" hangingPunct="0">
        <a:spcBef>
          <a:spcPct val="20000"/>
        </a:spcBef>
        <a:spcAft>
          <a:spcPct val="0"/>
        </a:spcAft>
        <a:buClr>
          <a:schemeClr val="tx1"/>
        </a:buClr>
        <a:buSzPct val="90000"/>
        <a:buFont typeface="Wingdings" pitchFamily="2" charset="2"/>
        <a:buChar char="Ø"/>
        <a:defRPr sz="2002">
          <a:solidFill>
            <a:schemeClr val="tx1"/>
          </a:solidFill>
          <a:latin typeface="+mn-lt"/>
        </a:defRPr>
      </a:lvl2pPr>
      <a:lvl3pPr marL="1142715" indent="-228540" algn="l" rtl="0" eaLnBrk="0" fontAlgn="base" hangingPunct="0">
        <a:spcBef>
          <a:spcPct val="20000"/>
        </a:spcBef>
        <a:spcAft>
          <a:spcPct val="0"/>
        </a:spcAft>
        <a:buClr>
          <a:schemeClr val="tx1"/>
        </a:buClr>
        <a:buSzPct val="60000"/>
        <a:buFont typeface="Monotype Sorts" pitchFamily="2" charset="2"/>
        <a:buChar char="n"/>
        <a:defRPr>
          <a:solidFill>
            <a:schemeClr val="tx1"/>
          </a:solidFill>
          <a:latin typeface="+mn-lt"/>
        </a:defRPr>
      </a:lvl3pPr>
      <a:lvl4pPr marL="1599803" indent="-228540" algn="l" rtl="0" eaLnBrk="0" fontAlgn="base" hangingPunct="0">
        <a:spcBef>
          <a:spcPct val="20000"/>
        </a:spcBef>
        <a:spcAft>
          <a:spcPct val="0"/>
        </a:spcAft>
        <a:buClr>
          <a:schemeClr val="tx1"/>
        </a:buClr>
        <a:buSzPct val="90000"/>
        <a:buFont typeface="Wingdings" pitchFamily="2" charset="2"/>
        <a:buChar char="Ø"/>
        <a:defRPr sz="1598">
          <a:solidFill>
            <a:schemeClr val="tx1"/>
          </a:solidFill>
          <a:latin typeface="+mn-lt"/>
        </a:defRPr>
      </a:lvl4pPr>
      <a:lvl5pPr marL="2056883" indent="-228540" algn="l" rtl="0" eaLnBrk="0" fontAlgn="base" hangingPunct="0">
        <a:spcBef>
          <a:spcPct val="20000"/>
        </a:spcBef>
        <a:spcAft>
          <a:spcPct val="0"/>
        </a:spcAft>
        <a:buClr>
          <a:schemeClr val="tx1"/>
        </a:buClr>
        <a:buSzPct val="60000"/>
        <a:buFont typeface="Monotype Sorts" pitchFamily="2" charset="2"/>
        <a:buChar char="n"/>
        <a:defRPr sz="1403">
          <a:solidFill>
            <a:schemeClr val="tx1"/>
          </a:solidFill>
          <a:latin typeface="+mn-lt"/>
        </a:defRPr>
      </a:lvl5pPr>
      <a:lvl6pPr marL="2513970" indent="-228540" algn="l" rtl="0" eaLnBrk="0" fontAlgn="base" hangingPunct="0">
        <a:spcBef>
          <a:spcPct val="20000"/>
        </a:spcBef>
        <a:spcAft>
          <a:spcPct val="0"/>
        </a:spcAft>
        <a:buClr>
          <a:schemeClr val="tx1"/>
        </a:buClr>
        <a:buSzPct val="60000"/>
        <a:buFont typeface="Monotype Sorts" pitchFamily="2" charset="2"/>
        <a:buChar char="n"/>
        <a:defRPr sz="1403">
          <a:solidFill>
            <a:schemeClr val="tx1"/>
          </a:solidFill>
          <a:latin typeface="+mn-lt"/>
        </a:defRPr>
      </a:lvl6pPr>
      <a:lvl7pPr marL="2971058" indent="-228540" algn="l" rtl="0" eaLnBrk="0" fontAlgn="base" hangingPunct="0">
        <a:spcBef>
          <a:spcPct val="20000"/>
        </a:spcBef>
        <a:spcAft>
          <a:spcPct val="0"/>
        </a:spcAft>
        <a:buClr>
          <a:schemeClr val="tx1"/>
        </a:buClr>
        <a:buSzPct val="60000"/>
        <a:buFont typeface="Monotype Sorts" pitchFamily="2" charset="2"/>
        <a:buChar char="n"/>
        <a:defRPr sz="1403">
          <a:solidFill>
            <a:schemeClr val="tx1"/>
          </a:solidFill>
          <a:latin typeface="+mn-lt"/>
        </a:defRPr>
      </a:lvl7pPr>
      <a:lvl8pPr marL="3428145" indent="-228540" algn="l" rtl="0" eaLnBrk="0" fontAlgn="base" hangingPunct="0">
        <a:spcBef>
          <a:spcPct val="20000"/>
        </a:spcBef>
        <a:spcAft>
          <a:spcPct val="0"/>
        </a:spcAft>
        <a:buClr>
          <a:schemeClr val="tx1"/>
        </a:buClr>
        <a:buSzPct val="60000"/>
        <a:buFont typeface="Monotype Sorts" pitchFamily="2" charset="2"/>
        <a:buChar char="n"/>
        <a:defRPr sz="1403">
          <a:solidFill>
            <a:schemeClr val="tx1"/>
          </a:solidFill>
          <a:latin typeface="+mn-lt"/>
        </a:defRPr>
      </a:lvl8pPr>
      <a:lvl9pPr marL="3885225" indent="-228540" algn="l" rtl="0" eaLnBrk="0" fontAlgn="base" hangingPunct="0">
        <a:spcBef>
          <a:spcPct val="20000"/>
        </a:spcBef>
        <a:spcAft>
          <a:spcPct val="0"/>
        </a:spcAft>
        <a:buClr>
          <a:schemeClr val="tx1"/>
        </a:buClr>
        <a:buSzPct val="60000"/>
        <a:buFont typeface="Monotype Sorts" pitchFamily="2" charset="2"/>
        <a:buChar char="n"/>
        <a:defRPr sz="1403">
          <a:solidFill>
            <a:schemeClr val="tx1"/>
          </a:solidFill>
          <a:latin typeface="+mn-lt"/>
        </a:defRPr>
      </a:lvl9pPr>
    </p:bodyStyle>
    <p:otherStyle>
      <a:defPPr>
        <a:defRPr lang="en-US"/>
      </a:defPPr>
      <a:lvl1pPr marL="0" algn="l" defTabSz="914175" rtl="0" eaLnBrk="1" latinLnBrk="0" hangingPunct="1">
        <a:defRPr sz="1800" kern="1200">
          <a:solidFill>
            <a:schemeClr val="tx1"/>
          </a:solidFill>
          <a:latin typeface="+mn-lt"/>
          <a:ea typeface="+mn-ea"/>
          <a:cs typeface="+mn-cs"/>
        </a:defRPr>
      </a:lvl1pPr>
      <a:lvl2pPr marL="457088" algn="l" defTabSz="914175" rtl="0" eaLnBrk="1" latinLnBrk="0" hangingPunct="1">
        <a:defRPr sz="1800" kern="1200">
          <a:solidFill>
            <a:schemeClr val="tx1"/>
          </a:solidFill>
          <a:latin typeface="+mn-lt"/>
          <a:ea typeface="+mn-ea"/>
          <a:cs typeface="+mn-cs"/>
        </a:defRPr>
      </a:lvl2pPr>
      <a:lvl3pPr marL="914175" algn="l" defTabSz="914175" rtl="0" eaLnBrk="1" latinLnBrk="0" hangingPunct="1">
        <a:defRPr sz="1800" kern="1200">
          <a:solidFill>
            <a:schemeClr val="tx1"/>
          </a:solidFill>
          <a:latin typeface="+mn-lt"/>
          <a:ea typeface="+mn-ea"/>
          <a:cs typeface="+mn-cs"/>
        </a:defRPr>
      </a:lvl3pPr>
      <a:lvl4pPr marL="1371255" algn="l" defTabSz="914175" rtl="0" eaLnBrk="1" latinLnBrk="0" hangingPunct="1">
        <a:defRPr sz="1800" kern="1200">
          <a:solidFill>
            <a:schemeClr val="tx1"/>
          </a:solidFill>
          <a:latin typeface="+mn-lt"/>
          <a:ea typeface="+mn-ea"/>
          <a:cs typeface="+mn-cs"/>
        </a:defRPr>
      </a:lvl4pPr>
      <a:lvl5pPr marL="1828343" algn="l" defTabSz="914175" rtl="0" eaLnBrk="1" latinLnBrk="0" hangingPunct="1">
        <a:defRPr sz="1800" kern="1200">
          <a:solidFill>
            <a:schemeClr val="tx1"/>
          </a:solidFill>
          <a:latin typeface="+mn-lt"/>
          <a:ea typeface="+mn-ea"/>
          <a:cs typeface="+mn-cs"/>
        </a:defRPr>
      </a:lvl5pPr>
      <a:lvl6pPr marL="2285430" algn="l" defTabSz="914175" rtl="0" eaLnBrk="1" latinLnBrk="0" hangingPunct="1">
        <a:defRPr sz="1800" kern="1200">
          <a:solidFill>
            <a:schemeClr val="tx1"/>
          </a:solidFill>
          <a:latin typeface="+mn-lt"/>
          <a:ea typeface="+mn-ea"/>
          <a:cs typeface="+mn-cs"/>
        </a:defRPr>
      </a:lvl6pPr>
      <a:lvl7pPr marL="2742518" algn="l" defTabSz="914175" rtl="0" eaLnBrk="1" latinLnBrk="0" hangingPunct="1">
        <a:defRPr sz="1800" kern="1200">
          <a:solidFill>
            <a:schemeClr val="tx1"/>
          </a:solidFill>
          <a:latin typeface="+mn-lt"/>
          <a:ea typeface="+mn-ea"/>
          <a:cs typeface="+mn-cs"/>
        </a:defRPr>
      </a:lvl7pPr>
      <a:lvl8pPr marL="3199598" algn="l" defTabSz="914175" rtl="0" eaLnBrk="1" latinLnBrk="0" hangingPunct="1">
        <a:defRPr sz="1800" kern="1200">
          <a:solidFill>
            <a:schemeClr val="tx1"/>
          </a:solidFill>
          <a:latin typeface="+mn-lt"/>
          <a:ea typeface="+mn-ea"/>
          <a:cs typeface="+mn-cs"/>
        </a:defRPr>
      </a:lvl8pPr>
      <a:lvl9pPr marL="3656685" algn="l" defTabSz="91417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6400" y="273604"/>
            <a:ext cx="8251200" cy="448298"/>
          </a:xfrm>
          <a:prstGeom prst="rect">
            <a:avLst/>
          </a:prstGeom>
        </p:spPr>
        <p:txBody>
          <a:bodyPr vert="horz" lIns="0" tIns="45720" rIns="0" bIns="45720" rtlCol="0" anchor="ctr">
            <a:noAutofit/>
          </a:bodyPr>
          <a:lstStyle/>
          <a:p>
            <a:r>
              <a:rPr lang="en-US" dirty="0"/>
              <a:t>Click to edit Master title style</a:t>
            </a:r>
          </a:p>
        </p:txBody>
      </p:sp>
      <p:sp>
        <p:nvSpPr>
          <p:cNvPr id="3" name="Text Placeholder 2"/>
          <p:cNvSpPr>
            <a:spLocks noGrp="1"/>
          </p:cNvSpPr>
          <p:nvPr>
            <p:ph type="body" idx="1"/>
          </p:nvPr>
        </p:nvSpPr>
        <p:spPr>
          <a:xfrm>
            <a:off x="446400" y="1087661"/>
            <a:ext cx="8251200" cy="4866413"/>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p:cNvCxnSpPr/>
          <p:nvPr userDrawn="1"/>
        </p:nvCxnSpPr>
        <p:spPr>
          <a:xfrm>
            <a:off x="446400" y="6412185"/>
            <a:ext cx="8251200" cy="0"/>
          </a:xfrm>
          <a:prstGeom prst="line">
            <a:avLst/>
          </a:prstGeom>
          <a:ln w="635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3"/>
          <p:cNvSpPr txBox="1">
            <a:spLocks/>
          </p:cNvSpPr>
          <p:nvPr userDrawn="1"/>
        </p:nvSpPr>
        <p:spPr>
          <a:xfrm>
            <a:off x="3674390" y="6425089"/>
            <a:ext cx="1787791" cy="365123"/>
          </a:xfrm>
          <a:prstGeom prst="rect">
            <a:avLst/>
          </a:prstGeom>
        </p:spPr>
        <p:txBody>
          <a:bodyPr vert="horz" lIns="91440" tIns="45720" rIns="0" bIns="45720" rtlCol="0" anchor="ctr"/>
          <a:lstStyle>
            <a:defPPr>
              <a:defRPr lang="en-US"/>
            </a:defPPr>
            <a:lvl1pPr marL="0" algn="r" defTabSz="457200" rtl="0" eaLnBrk="1" latinLnBrk="0" hangingPunct="1">
              <a:defRPr sz="1000" kern="1200">
                <a:solidFill>
                  <a:schemeClr val="tx1">
                    <a:lumMod val="85000"/>
                    <a:lumOff val="1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998" b="1" dirty="0">
                <a:solidFill>
                  <a:srgbClr val="7D868C"/>
                </a:solidFill>
              </a:rPr>
              <a:t>FOR OFFICIAL USE ONLY</a:t>
            </a:r>
          </a:p>
        </p:txBody>
      </p:sp>
      <p:pic>
        <p:nvPicPr>
          <p:cNvPr id="10" name="Picture 2" descr="C:\Users\cblanche\AppData\Local\Microsoft\Windows\Temporary Internet Files\Content.Outlook\PE614C0C\GD-EB-060216-BlueBlack (003).png"/>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411480" y="6530224"/>
            <a:ext cx="2011680" cy="21435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20"/>
          <p:cNvSpPr txBox="1">
            <a:spLocks noChangeArrowheads="1"/>
          </p:cNvSpPr>
          <p:nvPr userDrawn="1"/>
        </p:nvSpPr>
        <p:spPr bwMode="auto">
          <a:xfrm>
            <a:off x="6344769" y="6446685"/>
            <a:ext cx="2446973"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457200" rtl="0" eaLnBrk="1" latinLnBrk="0" hangingPunct="1">
              <a:defRPr sz="700" b="1" kern="1200">
                <a:solidFill>
                  <a:schemeClr val="tx1"/>
                </a:solidFill>
                <a:latin typeface="Arial"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r>
              <a:rPr lang="en-US" sz="803" b="0" spc="-53" dirty="0">
                <a:solidFill>
                  <a:srgbClr val="004986"/>
                </a:solidFill>
                <a:latin typeface="Arial"/>
                <a:cs typeface="Arial"/>
              </a:rPr>
              <a:t>Page</a:t>
            </a:r>
            <a:r>
              <a:rPr lang="en-US" sz="803" b="0" spc="-53" baseline="0" dirty="0">
                <a:solidFill>
                  <a:srgbClr val="004986"/>
                </a:solidFill>
                <a:latin typeface="Arial"/>
                <a:cs typeface="Arial"/>
              </a:rPr>
              <a:t> </a:t>
            </a:r>
            <a:fld id="{2ED4AFB1-1966-437D-9560-F091126160DC}" type="slidenum">
              <a:rPr lang="en-US" sz="803" smtClean="0">
                <a:solidFill>
                  <a:srgbClr val="004986"/>
                </a:solidFill>
              </a:rPr>
              <a:pPr fontAlgn="base">
                <a:spcBef>
                  <a:spcPct val="0"/>
                </a:spcBef>
                <a:spcAft>
                  <a:spcPct val="0"/>
                </a:spcAft>
                <a:defRPr/>
              </a:pPr>
              <a:t>‹#›</a:t>
            </a:fld>
            <a:r>
              <a:rPr lang="en-US" sz="803" b="0" spc="-53" dirty="0">
                <a:solidFill>
                  <a:srgbClr val="004986"/>
                </a:solidFill>
                <a:latin typeface="Arial"/>
                <a:cs typeface="Arial"/>
              </a:rPr>
              <a:t>    </a:t>
            </a:r>
          </a:p>
        </p:txBody>
      </p:sp>
    </p:spTree>
    <p:extLst>
      <p:ext uri="{BB962C8B-B14F-4D97-AF65-F5344CB8AC3E}">
        <p14:creationId xmlns:p14="http://schemas.microsoft.com/office/powerpoint/2010/main" val="119512173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hdr="0" dt="0"/>
  <p:txStyles>
    <p:titleStyle>
      <a:lvl1pPr algn="l" defTabSz="457088" rtl="0" eaLnBrk="1" latinLnBrk="0" hangingPunct="1">
        <a:spcBef>
          <a:spcPct val="0"/>
        </a:spcBef>
        <a:buNone/>
        <a:defRPr sz="3000" b="0" kern="1200" spc="-53">
          <a:solidFill>
            <a:srgbClr val="003896"/>
          </a:solidFill>
          <a:latin typeface="Arial"/>
          <a:ea typeface="+mj-ea"/>
          <a:cs typeface="Arial"/>
        </a:defRPr>
      </a:lvl1pPr>
    </p:titleStyle>
    <p:bodyStyle>
      <a:lvl1pPr marL="342818" indent="-342818" algn="l" defTabSz="457088" rtl="0" eaLnBrk="1" latinLnBrk="0" hangingPunct="1">
        <a:spcBef>
          <a:spcPct val="20000"/>
        </a:spcBef>
        <a:buFont typeface="Arial"/>
        <a:buChar char="•"/>
        <a:defRPr sz="2798" kern="1200">
          <a:solidFill>
            <a:schemeClr val="tx1">
              <a:lumMod val="85000"/>
              <a:lumOff val="15000"/>
            </a:schemeClr>
          </a:solidFill>
          <a:latin typeface="Arial"/>
          <a:ea typeface="+mn-ea"/>
          <a:cs typeface="Arial"/>
        </a:defRPr>
      </a:lvl1pPr>
      <a:lvl2pPr marL="742763" indent="-285675" algn="l" defTabSz="457088" rtl="0" eaLnBrk="1" latinLnBrk="0" hangingPunct="1">
        <a:spcBef>
          <a:spcPct val="20000"/>
        </a:spcBef>
        <a:buFont typeface="Arial"/>
        <a:buChar char="–"/>
        <a:tabLst/>
        <a:defRPr sz="2400" kern="1200">
          <a:solidFill>
            <a:schemeClr val="tx1">
              <a:lumMod val="85000"/>
              <a:lumOff val="15000"/>
            </a:schemeClr>
          </a:solidFill>
          <a:latin typeface="Arial"/>
          <a:ea typeface="+mn-ea"/>
          <a:cs typeface="Arial"/>
        </a:defRPr>
      </a:lvl2pPr>
      <a:lvl3pPr marL="1142715" indent="-228540" algn="l" defTabSz="457088" rtl="0" eaLnBrk="1" latinLnBrk="0" hangingPunct="1">
        <a:spcBef>
          <a:spcPct val="20000"/>
        </a:spcBef>
        <a:buFont typeface="Arial"/>
        <a:buChar char="•"/>
        <a:defRPr sz="2002" kern="1200">
          <a:solidFill>
            <a:schemeClr val="tx1">
              <a:lumMod val="85000"/>
              <a:lumOff val="15000"/>
            </a:schemeClr>
          </a:solidFill>
          <a:latin typeface="Arial"/>
          <a:ea typeface="+mn-ea"/>
          <a:cs typeface="Arial"/>
        </a:defRPr>
      </a:lvl3pPr>
      <a:lvl4pPr marL="1599803" indent="-228540" algn="l" defTabSz="457088" rtl="0" eaLnBrk="1" latinLnBrk="0" hangingPunct="1">
        <a:spcBef>
          <a:spcPct val="20000"/>
        </a:spcBef>
        <a:buFont typeface="Arial"/>
        <a:buChar char="–"/>
        <a:defRPr sz="1800" kern="1200">
          <a:solidFill>
            <a:schemeClr val="tx1">
              <a:lumMod val="85000"/>
              <a:lumOff val="15000"/>
            </a:schemeClr>
          </a:solidFill>
          <a:latin typeface="Arial"/>
          <a:ea typeface="+mn-ea"/>
          <a:cs typeface="Arial"/>
        </a:defRPr>
      </a:lvl4pPr>
      <a:lvl5pPr marL="2056883" indent="-228540" algn="l" defTabSz="457088" rtl="0" eaLnBrk="1" latinLnBrk="0" hangingPunct="1">
        <a:spcBef>
          <a:spcPct val="20000"/>
        </a:spcBef>
        <a:buFont typeface="Arial"/>
        <a:buChar char="»"/>
        <a:defRPr sz="1800" kern="1200">
          <a:solidFill>
            <a:schemeClr val="tx1">
              <a:lumMod val="85000"/>
              <a:lumOff val="15000"/>
            </a:schemeClr>
          </a:solidFill>
          <a:latin typeface="Arial"/>
          <a:ea typeface="+mn-ea"/>
          <a:cs typeface="Arial"/>
        </a:defRPr>
      </a:lvl5pPr>
      <a:lvl6pPr marL="2513970" indent="-228540" algn="l" defTabSz="457088" rtl="0" eaLnBrk="1" latinLnBrk="0" hangingPunct="1">
        <a:spcBef>
          <a:spcPct val="20000"/>
        </a:spcBef>
        <a:buFont typeface="Arial"/>
        <a:buChar char="•"/>
        <a:defRPr sz="2002" kern="1200">
          <a:solidFill>
            <a:schemeClr val="tx1"/>
          </a:solidFill>
          <a:latin typeface="+mn-lt"/>
          <a:ea typeface="+mn-ea"/>
          <a:cs typeface="+mn-cs"/>
        </a:defRPr>
      </a:lvl6pPr>
      <a:lvl7pPr marL="2971058" indent="-228540" algn="l" defTabSz="457088" rtl="0" eaLnBrk="1" latinLnBrk="0" hangingPunct="1">
        <a:spcBef>
          <a:spcPct val="20000"/>
        </a:spcBef>
        <a:buFont typeface="Arial"/>
        <a:buChar char="•"/>
        <a:defRPr sz="2002" kern="1200">
          <a:solidFill>
            <a:schemeClr val="tx1"/>
          </a:solidFill>
          <a:latin typeface="+mn-lt"/>
          <a:ea typeface="+mn-ea"/>
          <a:cs typeface="+mn-cs"/>
        </a:defRPr>
      </a:lvl7pPr>
      <a:lvl8pPr marL="3428145" indent="-228540" algn="l" defTabSz="457088" rtl="0" eaLnBrk="1" latinLnBrk="0" hangingPunct="1">
        <a:spcBef>
          <a:spcPct val="20000"/>
        </a:spcBef>
        <a:buFont typeface="Arial"/>
        <a:buChar char="•"/>
        <a:defRPr sz="2002" kern="1200">
          <a:solidFill>
            <a:schemeClr val="tx1"/>
          </a:solidFill>
          <a:latin typeface="+mn-lt"/>
          <a:ea typeface="+mn-ea"/>
          <a:cs typeface="+mn-cs"/>
        </a:defRPr>
      </a:lvl8pPr>
      <a:lvl9pPr marL="3885225" indent="-228540" algn="l" defTabSz="457088" rtl="0" eaLnBrk="1" latinLnBrk="0" hangingPunct="1">
        <a:spcBef>
          <a:spcPct val="20000"/>
        </a:spcBef>
        <a:buFont typeface="Arial"/>
        <a:buChar char="•"/>
        <a:defRPr sz="2002" kern="1200">
          <a:solidFill>
            <a:schemeClr val="tx1"/>
          </a:solidFill>
          <a:latin typeface="+mn-lt"/>
          <a:ea typeface="+mn-ea"/>
          <a:cs typeface="+mn-cs"/>
        </a:defRPr>
      </a:lvl9pPr>
    </p:bodyStyle>
    <p:otherStyle>
      <a:defPPr>
        <a:defRPr lang="en-US"/>
      </a:defPPr>
      <a:lvl1pPr marL="0" algn="l" defTabSz="457088" rtl="0" eaLnBrk="1" latinLnBrk="0" hangingPunct="1">
        <a:defRPr sz="1800" kern="1200">
          <a:solidFill>
            <a:schemeClr val="tx1"/>
          </a:solidFill>
          <a:latin typeface="+mn-lt"/>
          <a:ea typeface="+mn-ea"/>
          <a:cs typeface="+mn-cs"/>
        </a:defRPr>
      </a:lvl1pPr>
      <a:lvl2pPr marL="457088" algn="l" defTabSz="457088" rtl="0" eaLnBrk="1" latinLnBrk="0" hangingPunct="1">
        <a:defRPr sz="1800" kern="1200">
          <a:solidFill>
            <a:schemeClr val="tx1"/>
          </a:solidFill>
          <a:latin typeface="+mn-lt"/>
          <a:ea typeface="+mn-ea"/>
          <a:cs typeface="+mn-cs"/>
        </a:defRPr>
      </a:lvl2pPr>
      <a:lvl3pPr marL="914175" algn="l" defTabSz="457088" rtl="0" eaLnBrk="1" latinLnBrk="0" hangingPunct="1">
        <a:defRPr sz="1800" kern="1200">
          <a:solidFill>
            <a:schemeClr val="tx1"/>
          </a:solidFill>
          <a:latin typeface="+mn-lt"/>
          <a:ea typeface="+mn-ea"/>
          <a:cs typeface="+mn-cs"/>
        </a:defRPr>
      </a:lvl3pPr>
      <a:lvl4pPr marL="1371255" algn="l" defTabSz="457088" rtl="0" eaLnBrk="1" latinLnBrk="0" hangingPunct="1">
        <a:defRPr sz="1800" kern="1200">
          <a:solidFill>
            <a:schemeClr val="tx1"/>
          </a:solidFill>
          <a:latin typeface="+mn-lt"/>
          <a:ea typeface="+mn-ea"/>
          <a:cs typeface="+mn-cs"/>
        </a:defRPr>
      </a:lvl4pPr>
      <a:lvl5pPr marL="1828343" algn="l" defTabSz="457088" rtl="0" eaLnBrk="1" latinLnBrk="0" hangingPunct="1">
        <a:defRPr sz="1800" kern="1200">
          <a:solidFill>
            <a:schemeClr val="tx1"/>
          </a:solidFill>
          <a:latin typeface="+mn-lt"/>
          <a:ea typeface="+mn-ea"/>
          <a:cs typeface="+mn-cs"/>
        </a:defRPr>
      </a:lvl5pPr>
      <a:lvl6pPr marL="2285430" algn="l" defTabSz="457088" rtl="0" eaLnBrk="1" latinLnBrk="0" hangingPunct="1">
        <a:defRPr sz="1800" kern="1200">
          <a:solidFill>
            <a:schemeClr val="tx1"/>
          </a:solidFill>
          <a:latin typeface="+mn-lt"/>
          <a:ea typeface="+mn-ea"/>
          <a:cs typeface="+mn-cs"/>
        </a:defRPr>
      </a:lvl6pPr>
      <a:lvl7pPr marL="2742518" algn="l" defTabSz="457088" rtl="0" eaLnBrk="1" latinLnBrk="0" hangingPunct="1">
        <a:defRPr sz="1800" kern="1200">
          <a:solidFill>
            <a:schemeClr val="tx1"/>
          </a:solidFill>
          <a:latin typeface="+mn-lt"/>
          <a:ea typeface="+mn-ea"/>
          <a:cs typeface="+mn-cs"/>
        </a:defRPr>
      </a:lvl7pPr>
      <a:lvl8pPr marL="3199598" algn="l" defTabSz="457088" rtl="0" eaLnBrk="1" latinLnBrk="0" hangingPunct="1">
        <a:defRPr sz="1800" kern="1200">
          <a:solidFill>
            <a:schemeClr val="tx1"/>
          </a:solidFill>
          <a:latin typeface="+mn-lt"/>
          <a:ea typeface="+mn-ea"/>
          <a:cs typeface="+mn-cs"/>
        </a:defRPr>
      </a:lvl8pPr>
      <a:lvl9pPr marL="3656685" algn="l" defTabSz="4570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mailto:ljacoins@gdeb.com" TargetMode="External"/><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l="-17000" r="-17000"/>
          </a:stretch>
        </a:blipFill>
        <a:effectLst/>
      </p:bgPr>
    </p:bg>
    <p:spTree>
      <p:nvGrpSpPr>
        <p:cNvPr id="1" name=""/>
        <p:cNvGrpSpPr/>
        <p:nvPr/>
      </p:nvGrpSpPr>
      <p:grpSpPr>
        <a:xfrm>
          <a:off x="0" y="0"/>
          <a:ext cx="0" cy="0"/>
          <a:chOff x="0" y="0"/>
          <a:chExt cx="0" cy="0"/>
        </a:xfrm>
      </p:grpSpPr>
      <p:sp>
        <p:nvSpPr>
          <p:cNvPr id="2050" name="Line 3"/>
          <p:cNvSpPr>
            <a:spLocks noChangeShapeType="1"/>
          </p:cNvSpPr>
          <p:nvPr/>
        </p:nvSpPr>
        <p:spPr bwMode="auto">
          <a:xfrm>
            <a:off x="304800" y="2286803"/>
            <a:ext cx="83835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28"/>
          </a:p>
        </p:txBody>
      </p:sp>
      <p:sp>
        <p:nvSpPr>
          <p:cNvPr id="2051" name="Line 4"/>
          <p:cNvSpPr>
            <a:spLocks noChangeShapeType="1"/>
          </p:cNvSpPr>
          <p:nvPr/>
        </p:nvSpPr>
        <p:spPr bwMode="auto">
          <a:xfrm>
            <a:off x="474660" y="236539"/>
            <a:ext cx="0" cy="63865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28"/>
          </a:p>
        </p:txBody>
      </p:sp>
      <p:sp>
        <p:nvSpPr>
          <p:cNvPr id="5" name="Rectangle 2"/>
          <p:cNvSpPr txBox="1">
            <a:spLocks noChangeArrowheads="1"/>
          </p:cNvSpPr>
          <p:nvPr/>
        </p:nvSpPr>
        <p:spPr>
          <a:xfrm>
            <a:off x="693120" y="4041390"/>
            <a:ext cx="7848600" cy="731520"/>
          </a:xfrm>
          <a:prstGeom prst="rect">
            <a:avLst/>
          </a:prstGeom>
        </p:spPr>
        <p:txBody>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defRPr>
            </a:lvl2pPr>
            <a:lvl3pPr algn="l" rtl="0" eaLnBrk="0" fontAlgn="base" hangingPunct="0">
              <a:spcBef>
                <a:spcPct val="0"/>
              </a:spcBef>
              <a:spcAft>
                <a:spcPct val="0"/>
              </a:spcAft>
              <a:defRPr sz="3600" b="1">
                <a:solidFill>
                  <a:schemeClr val="tx1"/>
                </a:solidFill>
                <a:latin typeface="Arial" charset="0"/>
              </a:defRPr>
            </a:lvl3pPr>
            <a:lvl4pPr algn="l" rtl="0" eaLnBrk="0" fontAlgn="base" hangingPunct="0">
              <a:spcBef>
                <a:spcPct val="0"/>
              </a:spcBef>
              <a:spcAft>
                <a:spcPct val="0"/>
              </a:spcAft>
              <a:defRPr sz="3600" b="1">
                <a:solidFill>
                  <a:schemeClr val="tx1"/>
                </a:solidFill>
                <a:latin typeface="Arial" charset="0"/>
              </a:defRPr>
            </a:lvl4pPr>
            <a:lvl5pPr algn="l" rtl="0" eaLnBrk="0" fontAlgn="base" hangingPunct="0">
              <a:spcBef>
                <a:spcPct val="0"/>
              </a:spcBef>
              <a:spcAft>
                <a:spcPct val="0"/>
              </a:spcAft>
              <a:defRPr sz="3600" b="1">
                <a:solidFill>
                  <a:schemeClr val="tx1"/>
                </a:solidFill>
                <a:latin typeface="Arial" charset="0"/>
              </a:defRPr>
            </a:lvl5pPr>
            <a:lvl6pPr marL="457200" algn="l" rtl="0" eaLnBrk="0" fontAlgn="base" hangingPunct="0">
              <a:spcBef>
                <a:spcPct val="0"/>
              </a:spcBef>
              <a:spcAft>
                <a:spcPct val="0"/>
              </a:spcAft>
              <a:defRPr sz="3600" b="1">
                <a:solidFill>
                  <a:schemeClr val="tx1"/>
                </a:solidFill>
                <a:latin typeface="Arial" charset="0"/>
              </a:defRPr>
            </a:lvl6pPr>
            <a:lvl7pPr marL="914400" algn="l" rtl="0" eaLnBrk="0" fontAlgn="base" hangingPunct="0">
              <a:spcBef>
                <a:spcPct val="0"/>
              </a:spcBef>
              <a:spcAft>
                <a:spcPct val="0"/>
              </a:spcAft>
              <a:defRPr sz="3600" b="1">
                <a:solidFill>
                  <a:schemeClr val="tx1"/>
                </a:solidFill>
                <a:latin typeface="Arial" charset="0"/>
              </a:defRPr>
            </a:lvl7pPr>
            <a:lvl8pPr marL="1371600" algn="l" rtl="0" eaLnBrk="0" fontAlgn="base" hangingPunct="0">
              <a:spcBef>
                <a:spcPct val="0"/>
              </a:spcBef>
              <a:spcAft>
                <a:spcPct val="0"/>
              </a:spcAft>
              <a:defRPr sz="3600" b="1">
                <a:solidFill>
                  <a:schemeClr val="tx1"/>
                </a:solidFill>
                <a:latin typeface="Arial" charset="0"/>
              </a:defRPr>
            </a:lvl8pPr>
            <a:lvl9pPr marL="1828800" algn="l" rtl="0" eaLnBrk="0" fontAlgn="base" hangingPunct="0">
              <a:spcBef>
                <a:spcPct val="0"/>
              </a:spcBef>
              <a:spcAft>
                <a:spcPct val="0"/>
              </a:spcAft>
              <a:defRPr sz="3600" b="1">
                <a:solidFill>
                  <a:schemeClr val="tx1"/>
                </a:solidFill>
                <a:latin typeface="Arial" charset="0"/>
              </a:defRPr>
            </a:lvl9pPr>
          </a:lstStyle>
          <a:p>
            <a:pPr>
              <a:buClrTx/>
              <a:buSzTx/>
              <a:buFontTx/>
            </a:pPr>
            <a:endParaRPr lang="en-US" sz="2400" kern="0" dirty="0"/>
          </a:p>
        </p:txBody>
      </p:sp>
      <p:sp>
        <p:nvSpPr>
          <p:cNvPr id="6" name="TextBox 5"/>
          <p:cNvSpPr txBox="1"/>
          <p:nvPr/>
        </p:nvSpPr>
        <p:spPr>
          <a:xfrm>
            <a:off x="3816353" y="231979"/>
            <a:ext cx="1524000" cy="308226"/>
          </a:xfrm>
          <a:prstGeom prst="rect">
            <a:avLst/>
          </a:prstGeom>
          <a:noFill/>
        </p:spPr>
        <p:txBody>
          <a:bodyPr wrap="square" rtlCol="0">
            <a:spAutoFit/>
          </a:bodyPr>
          <a:lstStyle/>
          <a:p>
            <a:pPr algn="ctr"/>
            <a:r>
              <a:rPr lang="en-US" sz="1403" dirty="0"/>
              <a:t>UUI</a:t>
            </a:r>
          </a:p>
        </p:txBody>
      </p:sp>
      <p:sp>
        <p:nvSpPr>
          <p:cNvPr id="7" name="TextBox 6"/>
          <p:cNvSpPr txBox="1"/>
          <p:nvPr/>
        </p:nvSpPr>
        <p:spPr>
          <a:xfrm>
            <a:off x="3816353" y="6469166"/>
            <a:ext cx="1524000" cy="308226"/>
          </a:xfrm>
          <a:prstGeom prst="rect">
            <a:avLst/>
          </a:prstGeom>
          <a:noFill/>
        </p:spPr>
        <p:txBody>
          <a:bodyPr wrap="square" rtlCol="0">
            <a:spAutoFit/>
          </a:bodyPr>
          <a:lstStyle/>
          <a:p>
            <a:pPr algn="ctr"/>
            <a:r>
              <a:rPr lang="en-US" sz="1403" dirty="0"/>
              <a:t>UUI</a:t>
            </a:r>
          </a:p>
        </p:txBody>
      </p:sp>
      <p:pic>
        <p:nvPicPr>
          <p:cNvPr id="8" name="Content Placeholder 5" descr="cid:image004.jpg@01D99928.8F42EDD0"/>
          <p:cNvPicPr/>
          <p:nvPr/>
        </p:nvPicPr>
        <p:blipFill>
          <a:blip r:embed="rId4">
            <a:extLst>
              <a:ext uri="{28A0092B-C50C-407E-A947-70E740481C1C}">
                <a14:useLocalDpi xmlns:a14="http://schemas.microsoft.com/office/drawing/2010/main" val="0"/>
              </a:ext>
            </a:extLst>
          </a:blip>
          <a:srcRect/>
          <a:stretch>
            <a:fillRect/>
          </a:stretch>
        </p:blipFill>
        <p:spPr bwMode="auto">
          <a:xfrm>
            <a:off x="6248400" y="0"/>
            <a:ext cx="2890520" cy="1083311"/>
          </a:xfrm>
          <a:prstGeom prst="rect">
            <a:avLst/>
          </a:prstGeom>
          <a:noFill/>
          <a:ln>
            <a:noFill/>
          </a:ln>
        </p:spPr>
      </p:pic>
      <p:sp>
        <p:nvSpPr>
          <p:cNvPr id="4" name="TextBox 3"/>
          <p:cNvSpPr txBox="1"/>
          <p:nvPr/>
        </p:nvSpPr>
        <p:spPr>
          <a:xfrm>
            <a:off x="672049" y="1134169"/>
            <a:ext cx="7738793" cy="1101776"/>
          </a:xfrm>
          <a:prstGeom prst="rect">
            <a:avLst/>
          </a:prstGeom>
          <a:noFill/>
        </p:spPr>
        <p:txBody>
          <a:bodyPr wrap="square" rtlCol="0">
            <a:spAutoFit/>
          </a:bodyPr>
          <a:lstStyle/>
          <a:p>
            <a:r>
              <a:rPr lang="en-US" sz="3202" dirty="0">
                <a:solidFill>
                  <a:schemeClr val="bg2">
                    <a:lumMod val="75000"/>
                    <a:lumOff val="25000"/>
                  </a:schemeClr>
                </a:solidFill>
                <a:latin typeface="GDCosub" panose="00000900000000000000" pitchFamily="2" charset="0"/>
              </a:rPr>
              <a:t>GENERAL DYNAMICS</a:t>
            </a:r>
          </a:p>
          <a:p>
            <a:r>
              <a:rPr lang="en-US" sz="2798" dirty="0">
                <a:latin typeface="+mn-lt"/>
              </a:rPr>
              <a:t>Electric Boat</a:t>
            </a:r>
          </a:p>
        </p:txBody>
      </p:sp>
      <p:sp>
        <p:nvSpPr>
          <p:cNvPr id="2" name="TextBox 1"/>
          <p:cNvSpPr txBox="1"/>
          <p:nvPr/>
        </p:nvSpPr>
        <p:spPr>
          <a:xfrm>
            <a:off x="762000" y="3029685"/>
            <a:ext cx="7010400" cy="1938031"/>
          </a:xfrm>
          <a:prstGeom prst="rect">
            <a:avLst/>
          </a:prstGeom>
          <a:noFill/>
        </p:spPr>
        <p:txBody>
          <a:bodyPr wrap="square" rtlCol="0">
            <a:spAutoFit/>
          </a:bodyPr>
          <a:lstStyle/>
          <a:p>
            <a:r>
              <a:rPr lang="en-US" sz="3998" dirty="0">
                <a:solidFill>
                  <a:schemeClr val="bg2">
                    <a:lumMod val="75000"/>
                    <a:lumOff val="25000"/>
                  </a:schemeClr>
                </a:solidFill>
              </a:rPr>
              <a:t>Quality Data Analytics Team (DAT) Present and Future State</a:t>
            </a:r>
          </a:p>
        </p:txBody>
      </p:sp>
      <p:sp>
        <p:nvSpPr>
          <p:cNvPr id="3" name="TextBox 2">
            <a:extLst>
              <a:ext uri="{FF2B5EF4-FFF2-40B4-BE49-F238E27FC236}">
                <a16:creationId xmlns:a16="http://schemas.microsoft.com/office/drawing/2014/main" id="{9736894A-DBEF-10EB-AE5C-28DCED070600}"/>
              </a:ext>
            </a:extLst>
          </p:cNvPr>
          <p:cNvSpPr txBox="1"/>
          <p:nvPr/>
        </p:nvSpPr>
        <p:spPr>
          <a:xfrm>
            <a:off x="6326190" y="5784615"/>
            <a:ext cx="2362200" cy="824841"/>
          </a:xfrm>
          <a:prstGeom prst="rect">
            <a:avLst/>
          </a:prstGeom>
          <a:noFill/>
        </p:spPr>
        <p:txBody>
          <a:bodyPr wrap="square" rtlCol="0">
            <a:spAutoFit/>
          </a:bodyPr>
          <a:lstStyle/>
          <a:p>
            <a:r>
              <a:rPr lang="en-US" sz="1400" dirty="0"/>
              <a:t>Larry Jacoinski</a:t>
            </a:r>
          </a:p>
          <a:p>
            <a:r>
              <a:rPr lang="en-US" sz="1400" dirty="0"/>
              <a:t>D424 Power BI Supervisor</a:t>
            </a:r>
          </a:p>
          <a:p>
            <a:r>
              <a:rPr lang="en-US" sz="1400" dirty="0">
                <a:solidFill>
                  <a:schemeClr val="bg2">
                    <a:lumMod val="75000"/>
                    <a:lumOff val="25000"/>
                  </a:schemeClr>
                </a:solidFill>
                <a:hlinkClick r:id="rId5">
                  <a:extLst>
                    <a:ext uri="{A12FA001-AC4F-418D-AE19-62706E023703}">
                      <ahyp:hlinkClr xmlns:ahyp="http://schemas.microsoft.com/office/drawing/2018/hyperlinkcolor" val="tx"/>
                    </a:ext>
                  </a:extLst>
                </a:hlinkClick>
              </a:rPr>
              <a:t>ljacoins@gdeb.com</a:t>
            </a:r>
            <a:endParaRPr lang="en-US" sz="1400" dirty="0">
              <a:solidFill>
                <a:schemeClr val="bg2">
                  <a:lumMod val="75000"/>
                  <a:lumOff val="2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7000" r="-17000"/>
          </a:stretch>
        </a:blipFill>
        <a:effectLst/>
      </p:bgPr>
    </p:bg>
    <p:spTree>
      <p:nvGrpSpPr>
        <p:cNvPr id="1" name=""/>
        <p:cNvGrpSpPr/>
        <p:nvPr/>
      </p:nvGrpSpPr>
      <p:grpSpPr>
        <a:xfrm>
          <a:off x="0" y="0"/>
          <a:ext cx="0" cy="0"/>
          <a:chOff x="0" y="0"/>
          <a:chExt cx="0" cy="0"/>
        </a:xfrm>
      </p:grpSpPr>
      <p:sp>
        <p:nvSpPr>
          <p:cNvPr id="4" name="TextBox 3"/>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sp>
        <p:nvSpPr>
          <p:cNvPr id="2" name="Title 1"/>
          <p:cNvSpPr>
            <a:spLocks noGrp="1"/>
          </p:cNvSpPr>
          <p:nvPr>
            <p:ph type="title"/>
          </p:nvPr>
        </p:nvSpPr>
        <p:spPr/>
        <p:txBody>
          <a:bodyPr/>
          <a:lstStyle/>
          <a:p>
            <a:r>
              <a:rPr lang="en-US" dirty="0">
                <a:solidFill>
                  <a:schemeClr val="bg2">
                    <a:lumMod val="75000"/>
                    <a:lumOff val="25000"/>
                  </a:schemeClr>
                </a:solidFill>
              </a:rPr>
              <a:t>BLUF</a:t>
            </a:r>
          </a:p>
        </p:txBody>
      </p:sp>
      <p:sp>
        <p:nvSpPr>
          <p:cNvPr id="34" name="TextBox 33">
            <a:extLst>
              <a:ext uri="{FF2B5EF4-FFF2-40B4-BE49-F238E27FC236}">
                <a16:creationId xmlns:a16="http://schemas.microsoft.com/office/drawing/2014/main" id="{719E266C-BE94-E595-2BCA-0A84DDC08626}"/>
              </a:ext>
            </a:extLst>
          </p:cNvPr>
          <p:cNvSpPr txBox="1"/>
          <p:nvPr/>
        </p:nvSpPr>
        <p:spPr>
          <a:xfrm>
            <a:off x="606428" y="1521026"/>
            <a:ext cx="7620000" cy="3194721"/>
          </a:xfrm>
          <a:prstGeom prst="rect">
            <a:avLst/>
          </a:prstGeom>
          <a:noFill/>
        </p:spPr>
        <p:txBody>
          <a:bodyPr wrap="square" rtlCol="0">
            <a:spAutoFit/>
          </a:bodyPr>
          <a:lstStyle/>
          <a:p>
            <a:r>
              <a:rPr lang="en-US" sz="1400" dirty="0"/>
              <a:t>The D424 Data Analytics Team (DAT) is seeking to expand its capabilities to support the M. Roberts organization.  </a:t>
            </a:r>
          </a:p>
          <a:p>
            <a:r>
              <a:rPr lang="en-US" sz="1400" dirty="0"/>
              <a:t>The DATs growth strategy focus is on:</a:t>
            </a:r>
          </a:p>
          <a:p>
            <a:endParaRPr lang="en-US" sz="1400" dirty="0"/>
          </a:p>
          <a:p>
            <a:pPr marL="342818" indent="-342818">
              <a:buFont typeface="Arial" panose="020B0604020202020204" pitchFamily="34" charset="0"/>
              <a:buChar char="•"/>
            </a:pPr>
            <a:r>
              <a:rPr lang="en-US" sz="1400" dirty="0"/>
              <a:t>Enhancing data accessibility</a:t>
            </a:r>
          </a:p>
          <a:p>
            <a:pPr marL="342818" indent="-342818">
              <a:buFont typeface="Arial" panose="020B0604020202020204" pitchFamily="34" charset="0"/>
              <a:buChar char="•"/>
            </a:pPr>
            <a:r>
              <a:rPr lang="en-US" sz="1400" dirty="0"/>
              <a:t>Improving analytical depth</a:t>
            </a:r>
          </a:p>
          <a:p>
            <a:pPr marL="342818" indent="-342818">
              <a:buFont typeface="Arial" panose="020B0604020202020204" pitchFamily="34" charset="0"/>
              <a:buChar char="•"/>
            </a:pPr>
            <a:r>
              <a:rPr lang="en-US" sz="1400" dirty="0"/>
              <a:t>Proactively partnering with other departments, within the Quality organization, to drive actionable insights</a:t>
            </a:r>
          </a:p>
          <a:p>
            <a:endParaRPr lang="en-US" sz="1400" dirty="0"/>
          </a:p>
          <a:p>
            <a:r>
              <a:rPr lang="en-US" sz="1400" dirty="0"/>
              <a:t>The current organizational structure incorporates the DAT team as well as individual contributors within different facets of the organization creating metrics and reports.  The target for the future state of reporting would be to have all Power BI contributors routed through the DAT team to ensure data accuracy and continuity.</a:t>
            </a:r>
          </a:p>
        </p:txBody>
      </p:sp>
      <p:pic>
        <p:nvPicPr>
          <p:cNvPr id="3" name="Content Placeholder 5" descr="cid:image004.jpg@01D99928.8F42EDD0">
            <a:extLst>
              <a:ext uri="{FF2B5EF4-FFF2-40B4-BE49-F238E27FC236}">
                <a16:creationId xmlns:a16="http://schemas.microsoft.com/office/drawing/2014/main" id="{617FD247-9FEA-E493-3796-35FB869C698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248400" y="0"/>
            <a:ext cx="2890520" cy="1083311"/>
          </a:xfrm>
          <a:prstGeom prst="rect">
            <a:avLst/>
          </a:prstGeom>
          <a:noFill/>
          <a:ln>
            <a:noFill/>
          </a:ln>
        </p:spPr>
      </p:pic>
    </p:spTree>
    <p:extLst>
      <p:ext uri="{BB962C8B-B14F-4D97-AF65-F5344CB8AC3E}">
        <p14:creationId xmlns:p14="http://schemas.microsoft.com/office/powerpoint/2010/main" val="3954654936"/>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08167-D03D-A9C5-E273-6F27218A6E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69D980-3493-1EFC-14FC-8AC2215C16C9}"/>
              </a:ext>
            </a:extLst>
          </p:cNvPr>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a:extLst>
              <a:ext uri="{FF2B5EF4-FFF2-40B4-BE49-F238E27FC236}">
                <a16:creationId xmlns:a16="http://schemas.microsoft.com/office/drawing/2014/main" id="{C383E92C-96B1-954D-DB77-BFCDB1BB0F33}"/>
              </a:ext>
            </a:extLst>
          </p:cNvPr>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a:extLst>
              <a:ext uri="{FF2B5EF4-FFF2-40B4-BE49-F238E27FC236}">
                <a16:creationId xmlns:a16="http://schemas.microsoft.com/office/drawing/2014/main" id="{12ED6B03-5FAD-6C45-9F8B-085975F9A40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72200" y="54188"/>
            <a:ext cx="2971799" cy="1012612"/>
          </a:xfrm>
          <a:prstGeom prst="rect">
            <a:avLst/>
          </a:prstGeom>
          <a:noFill/>
          <a:ln>
            <a:noFill/>
          </a:ln>
        </p:spPr>
      </p:pic>
      <p:sp>
        <p:nvSpPr>
          <p:cNvPr id="2" name="Title 1">
            <a:extLst>
              <a:ext uri="{FF2B5EF4-FFF2-40B4-BE49-F238E27FC236}">
                <a16:creationId xmlns:a16="http://schemas.microsoft.com/office/drawing/2014/main" id="{01E5220D-CDE1-F21B-7880-067251D2371C}"/>
              </a:ext>
            </a:extLst>
          </p:cNvPr>
          <p:cNvSpPr>
            <a:spLocks noGrp="1"/>
          </p:cNvSpPr>
          <p:nvPr>
            <p:ph type="title"/>
          </p:nvPr>
        </p:nvSpPr>
        <p:spPr/>
        <p:txBody>
          <a:bodyPr/>
          <a:lstStyle/>
          <a:p>
            <a:r>
              <a:rPr lang="en-US" dirty="0">
                <a:solidFill>
                  <a:schemeClr val="bg2">
                    <a:lumMod val="75000"/>
                    <a:lumOff val="25000"/>
                  </a:schemeClr>
                </a:solidFill>
              </a:rPr>
              <a:t>Current State</a:t>
            </a:r>
          </a:p>
        </p:txBody>
      </p:sp>
      <p:sp>
        <p:nvSpPr>
          <p:cNvPr id="10" name="Rectangle 9">
            <a:extLst>
              <a:ext uri="{FF2B5EF4-FFF2-40B4-BE49-F238E27FC236}">
                <a16:creationId xmlns:a16="http://schemas.microsoft.com/office/drawing/2014/main" id="{F5035453-3FCF-8F33-7381-73A8411D8CEF}"/>
              </a:ext>
            </a:extLst>
          </p:cNvPr>
          <p:cNvSpPr/>
          <p:nvPr/>
        </p:nvSpPr>
        <p:spPr bwMode="auto">
          <a:xfrm>
            <a:off x="3276600" y="1488878"/>
            <a:ext cx="2133600" cy="668895"/>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defTabSz="914175"/>
            <a:r>
              <a:rPr lang="en-US" sz="1598" dirty="0">
                <a:latin typeface="Arial" charset="0"/>
              </a:rPr>
              <a:t>L. Jacoinski Supervisor DAT</a:t>
            </a:r>
          </a:p>
        </p:txBody>
      </p:sp>
      <p:sp>
        <p:nvSpPr>
          <p:cNvPr id="12" name="Rectangle 11">
            <a:extLst>
              <a:ext uri="{FF2B5EF4-FFF2-40B4-BE49-F238E27FC236}">
                <a16:creationId xmlns:a16="http://schemas.microsoft.com/office/drawing/2014/main" id="{57824530-C5B2-DD67-62E7-47C2FABAE136}"/>
              </a:ext>
            </a:extLst>
          </p:cNvPr>
          <p:cNvSpPr/>
          <p:nvPr/>
        </p:nvSpPr>
        <p:spPr bwMode="auto">
          <a:xfrm>
            <a:off x="5616325" y="5017515"/>
            <a:ext cx="1877228" cy="383059"/>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a:r>
              <a:rPr lang="en-US" sz="1000" dirty="0">
                <a:latin typeface="Arial" charset="0"/>
              </a:rPr>
              <a:t>S. Almeida  </a:t>
            </a:r>
            <a:r>
              <a:rPr lang="en-US" sz="1000" dirty="0"/>
              <a:t>Qual Control Spec</a:t>
            </a:r>
            <a:endParaRPr lang="en-US" sz="1000" dirty="0">
              <a:latin typeface="Arial" charset="0"/>
            </a:endParaRPr>
          </a:p>
        </p:txBody>
      </p:sp>
      <p:sp>
        <p:nvSpPr>
          <p:cNvPr id="13" name="Rectangle 12">
            <a:extLst>
              <a:ext uri="{FF2B5EF4-FFF2-40B4-BE49-F238E27FC236}">
                <a16:creationId xmlns:a16="http://schemas.microsoft.com/office/drawing/2014/main" id="{C197614C-335C-8E92-EF6C-3BB2396E04E1}"/>
              </a:ext>
            </a:extLst>
          </p:cNvPr>
          <p:cNvSpPr/>
          <p:nvPr/>
        </p:nvSpPr>
        <p:spPr bwMode="auto">
          <a:xfrm>
            <a:off x="1132676" y="2506489"/>
            <a:ext cx="1496228" cy="445208"/>
          </a:xfrm>
          <a:prstGeom prst="rect">
            <a:avLst/>
          </a:prstGeom>
          <a:solidFill>
            <a:schemeClr val="bg2">
              <a:lumMod val="25000"/>
              <a:lumOff val="75000"/>
            </a:schemeClr>
          </a:solidFill>
          <a:ln w="12700" cap="flat" cmpd="sng" algn="ctr">
            <a:solidFill>
              <a:schemeClr val="tx1"/>
            </a:solidFill>
            <a:prstDash val="solid"/>
            <a:round/>
            <a:headEnd type="none" w="med" len="med"/>
            <a:tailEnd type="none" w="med" len="med"/>
          </a:ln>
          <a:effectLst/>
        </p:spPr>
        <p:txBody>
          <a:bodyPr vert="horz" wrap="square" lIns="90488" tIns="44453" rIns="90488" bIns="44453" numCol="1" rtlCol="0" anchor="t" anchorCtr="0" compatLnSpc="1">
            <a:prstTxWarp prst="textNoShape">
              <a:avLst/>
            </a:prstTxWarp>
          </a:bodyPr>
          <a:lstStyle/>
          <a:p>
            <a:pPr algn="ctr" defTabSz="914175"/>
            <a:r>
              <a:rPr lang="en-US" sz="1403" dirty="0">
                <a:latin typeface="Arial" charset="0"/>
              </a:rPr>
              <a:t>Groton Team</a:t>
            </a:r>
          </a:p>
        </p:txBody>
      </p:sp>
      <p:sp>
        <p:nvSpPr>
          <p:cNvPr id="14" name="Rectangle 13">
            <a:extLst>
              <a:ext uri="{FF2B5EF4-FFF2-40B4-BE49-F238E27FC236}">
                <a16:creationId xmlns:a16="http://schemas.microsoft.com/office/drawing/2014/main" id="{E05C7F56-5D6E-EEB4-2229-7049DF5467A7}"/>
              </a:ext>
            </a:extLst>
          </p:cNvPr>
          <p:cNvSpPr/>
          <p:nvPr/>
        </p:nvSpPr>
        <p:spPr bwMode="auto">
          <a:xfrm>
            <a:off x="942176" y="3288596"/>
            <a:ext cx="1877228" cy="484163"/>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a:r>
              <a:rPr lang="en-US" sz="1200" dirty="0">
                <a:latin typeface="Arial" charset="0"/>
              </a:rPr>
              <a:t>Open Req</a:t>
            </a:r>
          </a:p>
        </p:txBody>
      </p:sp>
      <p:sp>
        <p:nvSpPr>
          <p:cNvPr id="15" name="Rectangle 14">
            <a:extLst>
              <a:ext uri="{FF2B5EF4-FFF2-40B4-BE49-F238E27FC236}">
                <a16:creationId xmlns:a16="http://schemas.microsoft.com/office/drawing/2014/main" id="{86D113F4-BA76-1DDD-823D-007D0C4309A4}"/>
              </a:ext>
            </a:extLst>
          </p:cNvPr>
          <p:cNvSpPr/>
          <p:nvPr/>
        </p:nvSpPr>
        <p:spPr bwMode="auto">
          <a:xfrm>
            <a:off x="5753100" y="2516738"/>
            <a:ext cx="1600200" cy="457200"/>
          </a:xfrm>
          <a:prstGeom prst="rect">
            <a:avLst/>
          </a:prstGeom>
          <a:solidFill>
            <a:schemeClr val="accent2">
              <a:lumMod val="40000"/>
              <a:lumOff val="60000"/>
            </a:schemeClr>
          </a:solidFill>
          <a:ln w="12700" cap="flat" cmpd="sng" algn="ctr">
            <a:solidFill>
              <a:schemeClr val="tx1"/>
            </a:solidFill>
            <a:prstDash val="solid"/>
            <a:round/>
            <a:headEnd type="none" w="med" len="med"/>
            <a:tailEnd type="none" w="med" len="med"/>
          </a:ln>
          <a:effectLst/>
        </p:spPr>
        <p:txBody>
          <a:bodyPr vert="horz" wrap="square" lIns="90488" tIns="44453" rIns="90488" bIns="44453" numCol="1" rtlCol="0" anchor="t" anchorCtr="0" compatLnSpc="1">
            <a:prstTxWarp prst="textNoShape">
              <a:avLst/>
            </a:prstTxWarp>
          </a:bodyPr>
          <a:lstStyle/>
          <a:p>
            <a:pPr algn="ctr" defTabSz="914175"/>
            <a:r>
              <a:rPr lang="en-US" sz="1403" dirty="0">
                <a:latin typeface="Arial" charset="0"/>
              </a:rPr>
              <a:t>QP Team</a:t>
            </a:r>
          </a:p>
        </p:txBody>
      </p:sp>
      <p:sp>
        <p:nvSpPr>
          <p:cNvPr id="16" name="Rectangle 15">
            <a:extLst>
              <a:ext uri="{FF2B5EF4-FFF2-40B4-BE49-F238E27FC236}">
                <a16:creationId xmlns:a16="http://schemas.microsoft.com/office/drawing/2014/main" id="{681201AA-BF57-F6F3-FAC7-E92635D96DCF}"/>
              </a:ext>
            </a:extLst>
          </p:cNvPr>
          <p:cNvSpPr/>
          <p:nvPr/>
        </p:nvSpPr>
        <p:spPr bwMode="auto">
          <a:xfrm>
            <a:off x="937016" y="3997140"/>
            <a:ext cx="1877228" cy="575145"/>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a:r>
              <a:rPr lang="en-US" sz="1200" dirty="0">
                <a:latin typeface="Arial" charset="0"/>
              </a:rPr>
              <a:t>S. Molkenthin            </a:t>
            </a:r>
            <a:r>
              <a:rPr lang="en-US" sz="1200" dirty="0"/>
              <a:t>Data Modeler II</a:t>
            </a:r>
            <a:r>
              <a:rPr lang="en-US" sz="1200" dirty="0">
                <a:latin typeface="Arial" charset="0"/>
              </a:rPr>
              <a:t> </a:t>
            </a:r>
          </a:p>
        </p:txBody>
      </p:sp>
      <p:sp>
        <p:nvSpPr>
          <p:cNvPr id="17" name="Rectangle 16">
            <a:extLst>
              <a:ext uri="{FF2B5EF4-FFF2-40B4-BE49-F238E27FC236}">
                <a16:creationId xmlns:a16="http://schemas.microsoft.com/office/drawing/2014/main" id="{448CC132-AFC2-B62C-ED8B-F1F35BFA74ED}"/>
              </a:ext>
            </a:extLst>
          </p:cNvPr>
          <p:cNvSpPr/>
          <p:nvPr/>
        </p:nvSpPr>
        <p:spPr bwMode="auto">
          <a:xfrm>
            <a:off x="5619750" y="4327812"/>
            <a:ext cx="1866900" cy="369617"/>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a:r>
              <a:rPr lang="en-US" sz="1000" dirty="0">
                <a:latin typeface="Arial" charset="0"/>
              </a:rPr>
              <a:t>M. Robinson, </a:t>
            </a:r>
            <a:r>
              <a:rPr lang="en-US" sz="1000" dirty="0"/>
              <a:t>Data Analyst Spec Sr</a:t>
            </a:r>
            <a:endParaRPr lang="en-US" sz="1000" dirty="0">
              <a:latin typeface="Arial" charset="0"/>
            </a:endParaRPr>
          </a:p>
        </p:txBody>
      </p:sp>
      <p:sp>
        <p:nvSpPr>
          <p:cNvPr id="18" name="Rectangle 17">
            <a:extLst>
              <a:ext uri="{FF2B5EF4-FFF2-40B4-BE49-F238E27FC236}">
                <a16:creationId xmlns:a16="http://schemas.microsoft.com/office/drawing/2014/main" id="{A2FEC25D-E019-6170-A767-F8D9747F72E8}"/>
              </a:ext>
            </a:extLst>
          </p:cNvPr>
          <p:cNvSpPr/>
          <p:nvPr/>
        </p:nvSpPr>
        <p:spPr bwMode="auto">
          <a:xfrm>
            <a:off x="5616325" y="3183081"/>
            <a:ext cx="1866900" cy="369617"/>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a:r>
              <a:rPr lang="en-US" sz="1000" dirty="0">
                <a:latin typeface="Arial" charset="0"/>
              </a:rPr>
              <a:t>D. Foster, </a:t>
            </a:r>
            <a:r>
              <a:rPr lang="en-US" sz="1000" dirty="0"/>
              <a:t>Qual Control Spec</a:t>
            </a:r>
            <a:endParaRPr lang="en-US" sz="1000" dirty="0">
              <a:latin typeface="Arial" charset="0"/>
            </a:endParaRPr>
          </a:p>
          <a:p>
            <a:pPr algn="ctr" defTabSz="914175"/>
            <a:endParaRPr lang="en-US" sz="1403" dirty="0">
              <a:latin typeface="Arial" charset="0"/>
            </a:endParaRPr>
          </a:p>
        </p:txBody>
      </p:sp>
      <p:sp>
        <p:nvSpPr>
          <p:cNvPr id="19" name="Rectangle 18">
            <a:extLst>
              <a:ext uri="{FF2B5EF4-FFF2-40B4-BE49-F238E27FC236}">
                <a16:creationId xmlns:a16="http://schemas.microsoft.com/office/drawing/2014/main" id="{6FA71C94-58F5-7034-0DB6-C85920B469A9}"/>
              </a:ext>
            </a:extLst>
          </p:cNvPr>
          <p:cNvSpPr/>
          <p:nvPr/>
        </p:nvSpPr>
        <p:spPr bwMode="auto">
          <a:xfrm>
            <a:off x="5616325" y="3744026"/>
            <a:ext cx="1866900" cy="383059"/>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a:r>
              <a:rPr lang="en-US" sz="1000" dirty="0">
                <a:latin typeface="Arial" charset="0"/>
              </a:rPr>
              <a:t>P. Boursier, </a:t>
            </a:r>
            <a:r>
              <a:rPr lang="en-US" sz="1000" dirty="0"/>
              <a:t>Qual Control Analyst Sr</a:t>
            </a:r>
            <a:endParaRPr lang="en-US" sz="1000" dirty="0">
              <a:latin typeface="Arial" charset="0"/>
            </a:endParaRPr>
          </a:p>
        </p:txBody>
      </p:sp>
      <p:cxnSp>
        <p:nvCxnSpPr>
          <p:cNvPr id="21" name="Straight Connector 20">
            <a:extLst>
              <a:ext uri="{FF2B5EF4-FFF2-40B4-BE49-F238E27FC236}">
                <a16:creationId xmlns:a16="http://schemas.microsoft.com/office/drawing/2014/main" id="{797709FE-5A07-6A01-B6A4-71A8F69FC29E}"/>
              </a:ext>
            </a:extLst>
          </p:cNvPr>
          <p:cNvCxnSpPr>
            <a:stCxn id="10" idx="2"/>
          </p:cNvCxnSpPr>
          <p:nvPr/>
        </p:nvCxnSpPr>
        <p:spPr bwMode="auto">
          <a:xfrm>
            <a:off x="4343400" y="2157776"/>
            <a:ext cx="914400" cy="1042628"/>
          </a:xfrm>
          <a:prstGeom prst="lin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a:extLst>
              <a:ext uri="{FF2B5EF4-FFF2-40B4-BE49-F238E27FC236}">
                <a16:creationId xmlns:a16="http://schemas.microsoft.com/office/drawing/2014/main" id="{D935CCA3-82A8-7670-10D3-40BA0ACA193D}"/>
              </a:ext>
            </a:extLst>
          </p:cNvPr>
          <p:cNvCxnSpPr>
            <a:stCxn id="10" idx="2"/>
          </p:cNvCxnSpPr>
          <p:nvPr/>
        </p:nvCxnSpPr>
        <p:spPr bwMode="auto">
          <a:xfrm>
            <a:off x="4343400" y="2157776"/>
            <a:ext cx="0" cy="605963"/>
          </a:xfrm>
          <a:prstGeom prst="lin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a:extLst>
              <a:ext uri="{FF2B5EF4-FFF2-40B4-BE49-F238E27FC236}">
                <a16:creationId xmlns:a16="http://schemas.microsoft.com/office/drawing/2014/main" id="{6B610293-A60C-ADB8-4AC4-E27328C7B495}"/>
              </a:ext>
            </a:extLst>
          </p:cNvPr>
          <p:cNvCxnSpPr>
            <a:stCxn id="10" idx="2"/>
          </p:cNvCxnSpPr>
          <p:nvPr/>
        </p:nvCxnSpPr>
        <p:spPr bwMode="auto">
          <a:xfrm>
            <a:off x="4343400" y="2157776"/>
            <a:ext cx="0" cy="571313"/>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29" name="Straight Connector 28">
            <a:extLst>
              <a:ext uri="{FF2B5EF4-FFF2-40B4-BE49-F238E27FC236}">
                <a16:creationId xmlns:a16="http://schemas.microsoft.com/office/drawing/2014/main" id="{754803E2-3F56-8054-4551-A0100991DC2D}"/>
              </a:ext>
            </a:extLst>
          </p:cNvPr>
          <p:cNvCxnSpPr>
            <a:endCxn id="15" idx="1"/>
          </p:cNvCxnSpPr>
          <p:nvPr/>
        </p:nvCxnSpPr>
        <p:spPr bwMode="auto">
          <a:xfrm>
            <a:off x="4343400" y="2729089"/>
            <a:ext cx="1409700" cy="16253"/>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31" name="Straight Connector 30">
            <a:extLst>
              <a:ext uri="{FF2B5EF4-FFF2-40B4-BE49-F238E27FC236}">
                <a16:creationId xmlns:a16="http://schemas.microsoft.com/office/drawing/2014/main" id="{C73ACAC8-FCE7-07F3-5D54-6E9E76AC51C7}"/>
              </a:ext>
            </a:extLst>
          </p:cNvPr>
          <p:cNvCxnSpPr>
            <a:endCxn id="13" idx="3"/>
          </p:cNvCxnSpPr>
          <p:nvPr/>
        </p:nvCxnSpPr>
        <p:spPr bwMode="auto">
          <a:xfrm flipH="1" flipV="1">
            <a:off x="2628900" y="2729089"/>
            <a:ext cx="1714500" cy="9203"/>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33" name="Straight Connector 32">
            <a:extLst>
              <a:ext uri="{FF2B5EF4-FFF2-40B4-BE49-F238E27FC236}">
                <a16:creationId xmlns:a16="http://schemas.microsoft.com/office/drawing/2014/main" id="{F39F9B25-9732-A359-A83C-7B2F6465EE47}"/>
              </a:ext>
            </a:extLst>
          </p:cNvPr>
          <p:cNvCxnSpPr>
            <a:stCxn id="13" idx="2"/>
            <a:endCxn id="14" idx="0"/>
          </p:cNvCxnSpPr>
          <p:nvPr/>
        </p:nvCxnSpPr>
        <p:spPr bwMode="auto">
          <a:xfrm>
            <a:off x="1880790" y="2951693"/>
            <a:ext cx="0" cy="33690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35" name="Straight Connector 34">
            <a:extLst>
              <a:ext uri="{FF2B5EF4-FFF2-40B4-BE49-F238E27FC236}">
                <a16:creationId xmlns:a16="http://schemas.microsoft.com/office/drawing/2014/main" id="{59A9421B-5BEF-7D72-6720-18C7489F1DBD}"/>
              </a:ext>
            </a:extLst>
          </p:cNvPr>
          <p:cNvCxnSpPr>
            <a:stCxn id="14" idx="2"/>
            <a:endCxn id="16" idx="0"/>
          </p:cNvCxnSpPr>
          <p:nvPr/>
        </p:nvCxnSpPr>
        <p:spPr bwMode="auto">
          <a:xfrm flipH="1">
            <a:off x="1875623" y="3772755"/>
            <a:ext cx="5160" cy="224385"/>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38" name="Straight Connector 37">
            <a:extLst>
              <a:ext uri="{FF2B5EF4-FFF2-40B4-BE49-F238E27FC236}">
                <a16:creationId xmlns:a16="http://schemas.microsoft.com/office/drawing/2014/main" id="{5297C1C0-8230-7A13-F7DE-050B7C19F88E}"/>
              </a:ext>
            </a:extLst>
          </p:cNvPr>
          <p:cNvCxnSpPr>
            <a:stCxn id="15" idx="2"/>
            <a:endCxn id="18" idx="0"/>
          </p:cNvCxnSpPr>
          <p:nvPr/>
        </p:nvCxnSpPr>
        <p:spPr bwMode="auto">
          <a:xfrm flipH="1">
            <a:off x="6549775" y="2973938"/>
            <a:ext cx="3425" cy="209143"/>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A645B088-BEF5-BD4D-58AA-7CA35346136E}"/>
              </a:ext>
            </a:extLst>
          </p:cNvPr>
          <p:cNvCxnSpPr>
            <a:cxnSpLocks/>
            <a:stCxn id="18" idx="2"/>
            <a:endCxn id="19" idx="0"/>
          </p:cNvCxnSpPr>
          <p:nvPr/>
        </p:nvCxnSpPr>
        <p:spPr bwMode="auto">
          <a:xfrm>
            <a:off x="6549775" y="3552698"/>
            <a:ext cx="0" cy="191328"/>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49" name="Straight Connector 48">
            <a:extLst>
              <a:ext uri="{FF2B5EF4-FFF2-40B4-BE49-F238E27FC236}">
                <a16:creationId xmlns:a16="http://schemas.microsoft.com/office/drawing/2014/main" id="{C1E5FF8B-FBD5-8AF8-528D-B3D5EE1EF249}"/>
              </a:ext>
            </a:extLst>
          </p:cNvPr>
          <p:cNvCxnSpPr>
            <a:stCxn id="19" idx="2"/>
            <a:endCxn id="17" idx="0"/>
          </p:cNvCxnSpPr>
          <p:nvPr/>
        </p:nvCxnSpPr>
        <p:spPr bwMode="auto">
          <a:xfrm>
            <a:off x="6549775" y="4127085"/>
            <a:ext cx="3425" cy="200727"/>
          </a:xfrm>
          <a:prstGeom prst="line">
            <a:avLst/>
          </a:prstGeom>
          <a:ln/>
        </p:spPr>
        <p:style>
          <a:lnRef idx="1">
            <a:schemeClr val="accent4"/>
          </a:lnRef>
          <a:fillRef idx="0">
            <a:schemeClr val="accent4"/>
          </a:fillRef>
          <a:effectRef idx="0">
            <a:schemeClr val="accent4"/>
          </a:effectRef>
          <a:fontRef idx="minor">
            <a:schemeClr val="tx1"/>
          </a:fontRef>
        </p:style>
      </p:cxnSp>
      <p:sp>
        <p:nvSpPr>
          <p:cNvPr id="30" name="Rectangle 29">
            <a:extLst>
              <a:ext uri="{FF2B5EF4-FFF2-40B4-BE49-F238E27FC236}">
                <a16:creationId xmlns:a16="http://schemas.microsoft.com/office/drawing/2014/main" id="{80512624-8ACF-460B-4F90-662DF1A00EC4}"/>
              </a:ext>
            </a:extLst>
          </p:cNvPr>
          <p:cNvSpPr/>
          <p:nvPr/>
        </p:nvSpPr>
        <p:spPr bwMode="auto">
          <a:xfrm>
            <a:off x="937016" y="4828149"/>
            <a:ext cx="1877228" cy="749087"/>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a:r>
              <a:rPr lang="en-US" sz="1200" dirty="0">
                <a:latin typeface="Arial" charset="0"/>
              </a:rPr>
              <a:t>Z. Weaver     (onboarding)              Data Analyst           </a:t>
            </a:r>
          </a:p>
        </p:txBody>
      </p:sp>
      <p:cxnSp>
        <p:nvCxnSpPr>
          <p:cNvPr id="32" name="Straight Connector 31">
            <a:extLst>
              <a:ext uri="{FF2B5EF4-FFF2-40B4-BE49-F238E27FC236}">
                <a16:creationId xmlns:a16="http://schemas.microsoft.com/office/drawing/2014/main" id="{C8FC7468-5EEC-900E-4F13-69B430852ED0}"/>
              </a:ext>
            </a:extLst>
          </p:cNvPr>
          <p:cNvCxnSpPr/>
          <p:nvPr/>
        </p:nvCxnSpPr>
        <p:spPr bwMode="auto">
          <a:xfrm>
            <a:off x="1866869" y="4550790"/>
            <a:ext cx="0" cy="220043"/>
          </a:xfrm>
          <a:prstGeom prst="line">
            <a:avLst/>
          </a:prstGeom>
          <a:ln/>
        </p:spPr>
        <p:style>
          <a:lnRef idx="1">
            <a:schemeClr val="accent4"/>
          </a:lnRef>
          <a:fillRef idx="0">
            <a:schemeClr val="accent4"/>
          </a:fillRef>
          <a:effectRef idx="0">
            <a:schemeClr val="accent4"/>
          </a:effectRef>
          <a:fontRef idx="minor">
            <a:schemeClr val="tx1"/>
          </a:fontRef>
        </p:style>
      </p:cxnSp>
      <p:sp>
        <p:nvSpPr>
          <p:cNvPr id="3" name="TextBox 2">
            <a:extLst>
              <a:ext uri="{FF2B5EF4-FFF2-40B4-BE49-F238E27FC236}">
                <a16:creationId xmlns:a16="http://schemas.microsoft.com/office/drawing/2014/main" id="{851CFFAC-9330-7746-F0DB-CB436394A515}"/>
              </a:ext>
            </a:extLst>
          </p:cNvPr>
          <p:cNvSpPr txBox="1"/>
          <p:nvPr/>
        </p:nvSpPr>
        <p:spPr>
          <a:xfrm>
            <a:off x="3102570" y="3376763"/>
            <a:ext cx="1295400" cy="276999"/>
          </a:xfrm>
          <a:prstGeom prst="rect">
            <a:avLst/>
          </a:prstGeom>
          <a:noFill/>
        </p:spPr>
        <p:txBody>
          <a:bodyPr wrap="square" rtlCol="0">
            <a:spAutoFit/>
          </a:bodyPr>
          <a:lstStyle/>
          <a:p>
            <a:r>
              <a:rPr lang="en-US" sz="1200" dirty="0"/>
              <a:t>Data Modeler</a:t>
            </a:r>
          </a:p>
        </p:txBody>
      </p:sp>
      <p:sp>
        <p:nvSpPr>
          <p:cNvPr id="5" name="TextBox 4">
            <a:extLst>
              <a:ext uri="{FF2B5EF4-FFF2-40B4-BE49-F238E27FC236}">
                <a16:creationId xmlns:a16="http://schemas.microsoft.com/office/drawing/2014/main" id="{47F0F4A8-3E5A-8FBE-C704-54369F0D6A55}"/>
              </a:ext>
            </a:extLst>
          </p:cNvPr>
          <p:cNvSpPr txBox="1"/>
          <p:nvPr/>
        </p:nvSpPr>
        <p:spPr>
          <a:xfrm>
            <a:off x="7592059" y="3800710"/>
            <a:ext cx="1295400" cy="246221"/>
          </a:xfrm>
          <a:prstGeom prst="rect">
            <a:avLst/>
          </a:prstGeom>
          <a:noFill/>
        </p:spPr>
        <p:txBody>
          <a:bodyPr wrap="square" rtlCol="0">
            <a:spAutoFit/>
          </a:bodyPr>
          <a:lstStyle/>
          <a:p>
            <a:r>
              <a:rPr lang="en-US" sz="1000" dirty="0"/>
              <a:t>QPS Coder</a:t>
            </a:r>
          </a:p>
        </p:txBody>
      </p:sp>
      <p:sp>
        <p:nvSpPr>
          <p:cNvPr id="8" name="TextBox 7">
            <a:extLst>
              <a:ext uri="{FF2B5EF4-FFF2-40B4-BE49-F238E27FC236}">
                <a16:creationId xmlns:a16="http://schemas.microsoft.com/office/drawing/2014/main" id="{594D686E-EFED-51D2-CF32-FD56E81A35EE}"/>
              </a:ext>
            </a:extLst>
          </p:cNvPr>
          <p:cNvSpPr txBox="1"/>
          <p:nvPr/>
        </p:nvSpPr>
        <p:spPr>
          <a:xfrm>
            <a:off x="7622539" y="3254866"/>
            <a:ext cx="1295400" cy="246221"/>
          </a:xfrm>
          <a:prstGeom prst="rect">
            <a:avLst/>
          </a:prstGeom>
          <a:noFill/>
        </p:spPr>
        <p:txBody>
          <a:bodyPr wrap="square" rtlCol="0">
            <a:spAutoFit/>
          </a:bodyPr>
          <a:lstStyle/>
          <a:p>
            <a:r>
              <a:rPr lang="en-US" sz="1000" dirty="0"/>
              <a:t>QPS Coder</a:t>
            </a:r>
          </a:p>
        </p:txBody>
      </p:sp>
      <p:sp>
        <p:nvSpPr>
          <p:cNvPr id="9" name="TextBox 8">
            <a:extLst>
              <a:ext uri="{FF2B5EF4-FFF2-40B4-BE49-F238E27FC236}">
                <a16:creationId xmlns:a16="http://schemas.microsoft.com/office/drawing/2014/main" id="{CBBEE562-2FD8-5173-7A66-227ED12FEA22}"/>
              </a:ext>
            </a:extLst>
          </p:cNvPr>
          <p:cNvSpPr txBox="1"/>
          <p:nvPr/>
        </p:nvSpPr>
        <p:spPr>
          <a:xfrm>
            <a:off x="3085973" y="4056345"/>
            <a:ext cx="1295400" cy="276999"/>
          </a:xfrm>
          <a:prstGeom prst="rect">
            <a:avLst/>
          </a:prstGeom>
          <a:noFill/>
        </p:spPr>
        <p:txBody>
          <a:bodyPr wrap="square" rtlCol="0">
            <a:spAutoFit/>
          </a:bodyPr>
          <a:lstStyle/>
          <a:p>
            <a:r>
              <a:rPr lang="en-US" sz="1200" dirty="0"/>
              <a:t>Data Modeler</a:t>
            </a:r>
          </a:p>
        </p:txBody>
      </p:sp>
      <p:sp>
        <p:nvSpPr>
          <p:cNvPr id="11" name="TextBox 10">
            <a:extLst>
              <a:ext uri="{FF2B5EF4-FFF2-40B4-BE49-F238E27FC236}">
                <a16:creationId xmlns:a16="http://schemas.microsoft.com/office/drawing/2014/main" id="{9FE532D3-DDC6-05F6-7599-4162AAAFE57D}"/>
              </a:ext>
            </a:extLst>
          </p:cNvPr>
          <p:cNvSpPr txBox="1"/>
          <p:nvPr/>
        </p:nvSpPr>
        <p:spPr>
          <a:xfrm>
            <a:off x="7622538" y="5689347"/>
            <a:ext cx="1295400" cy="246221"/>
          </a:xfrm>
          <a:prstGeom prst="rect">
            <a:avLst/>
          </a:prstGeom>
          <a:noFill/>
        </p:spPr>
        <p:txBody>
          <a:bodyPr wrap="square" rtlCol="0">
            <a:spAutoFit/>
          </a:bodyPr>
          <a:lstStyle/>
          <a:p>
            <a:r>
              <a:rPr lang="en-US" sz="1000" dirty="0"/>
              <a:t>QPS Coder</a:t>
            </a:r>
          </a:p>
        </p:txBody>
      </p:sp>
      <p:sp>
        <p:nvSpPr>
          <p:cNvPr id="20" name="TextBox 19">
            <a:extLst>
              <a:ext uri="{FF2B5EF4-FFF2-40B4-BE49-F238E27FC236}">
                <a16:creationId xmlns:a16="http://schemas.microsoft.com/office/drawing/2014/main" id="{D59C92E3-E24C-AB3E-D289-B911F8EE97AA}"/>
              </a:ext>
            </a:extLst>
          </p:cNvPr>
          <p:cNvSpPr txBox="1"/>
          <p:nvPr/>
        </p:nvSpPr>
        <p:spPr>
          <a:xfrm>
            <a:off x="2988270" y="4927804"/>
            <a:ext cx="1524000" cy="276999"/>
          </a:xfrm>
          <a:prstGeom prst="rect">
            <a:avLst/>
          </a:prstGeom>
          <a:noFill/>
        </p:spPr>
        <p:txBody>
          <a:bodyPr wrap="square" rtlCol="0">
            <a:spAutoFit/>
          </a:bodyPr>
          <a:lstStyle/>
          <a:p>
            <a:r>
              <a:rPr lang="en-US" sz="1200" dirty="0"/>
              <a:t>Report Developer</a:t>
            </a:r>
          </a:p>
        </p:txBody>
      </p:sp>
      <p:sp>
        <p:nvSpPr>
          <p:cNvPr id="22" name="TextBox 21">
            <a:extLst>
              <a:ext uri="{FF2B5EF4-FFF2-40B4-BE49-F238E27FC236}">
                <a16:creationId xmlns:a16="http://schemas.microsoft.com/office/drawing/2014/main" id="{2C120011-E33F-64A8-36F0-43275588E017}"/>
              </a:ext>
            </a:extLst>
          </p:cNvPr>
          <p:cNvSpPr txBox="1"/>
          <p:nvPr/>
        </p:nvSpPr>
        <p:spPr>
          <a:xfrm>
            <a:off x="7520407" y="4346554"/>
            <a:ext cx="1499663" cy="400110"/>
          </a:xfrm>
          <a:prstGeom prst="rect">
            <a:avLst/>
          </a:prstGeom>
          <a:noFill/>
        </p:spPr>
        <p:txBody>
          <a:bodyPr wrap="square" rtlCol="0">
            <a:spAutoFit/>
          </a:bodyPr>
          <a:lstStyle/>
          <a:p>
            <a:r>
              <a:rPr lang="en-US" sz="1000" dirty="0"/>
              <a:t>Report Developer/ QPS Coder</a:t>
            </a:r>
          </a:p>
        </p:txBody>
      </p:sp>
      <p:cxnSp>
        <p:nvCxnSpPr>
          <p:cNvPr id="25" name="Straight Connector 24">
            <a:extLst>
              <a:ext uri="{FF2B5EF4-FFF2-40B4-BE49-F238E27FC236}">
                <a16:creationId xmlns:a16="http://schemas.microsoft.com/office/drawing/2014/main" id="{11D4CCA8-D7DF-42A8-557E-5AFB24FDFE42}"/>
              </a:ext>
            </a:extLst>
          </p:cNvPr>
          <p:cNvCxnSpPr>
            <a:cxnSpLocks/>
            <a:stCxn id="12" idx="0"/>
            <a:endCxn id="17" idx="2"/>
          </p:cNvCxnSpPr>
          <p:nvPr/>
        </p:nvCxnSpPr>
        <p:spPr bwMode="auto">
          <a:xfrm flipH="1" flipV="1">
            <a:off x="6553200" y="4697429"/>
            <a:ext cx="1739" cy="320086"/>
          </a:xfrm>
          <a:prstGeom prst="line">
            <a:avLst/>
          </a:prstGeom>
          <a:ln/>
        </p:spPr>
        <p:style>
          <a:lnRef idx="1">
            <a:schemeClr val="accent4"/>
          </a:lnRef>
          <a:fillRef idx="0">
            <a:schemeClr val="accent4"/>
          </a:fillRef>
          <a:effectRef idx="0">
            <a:schemeClr val="accent4"/>
          </a:effectRef>
          <a:fontRef idx="minor">
            <a:schemeClr val="tx1"/>
          </a:fontRef>
        </p:style>
      </p:cxnSp>
      <p:sp>
        <p:nvSpPr>
          <p:cNvPr id="47" name="Rectangle 46">
            <a:extLst>
              <a:ext uri="{FF2B5EF4-FFF2-40B4-BE49-F238E27FC236}">
                <a16:creationId xmlns:a16="http://schemas.microsoft.com/office/drawing/2014/main" id="{0AB4DAEB-0BE9-54C5-A7F1-DA4C07B3D1A7}"/>
              </a:ext>
            </a:extLst>
          </p:cNvPr>
          <p:cNvSpPr/>
          <p:nvPr/>
        </p:nvSpPr>
        <p:spPr bwMode="auto">
          <a:xfrm>
            <a:off x="5643179" y="5637250"/>
            <a:ext cx="1877228" cy="383059"/>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rtlCol="0" anchor="t" anchorCtr="0" compatLnSpc="1">
            <a:prstTxWarp prst="textNoShape">
              <a:avLst/>
            </a:prstTxWarp>
          </a:bodyPr>
          <a:lstStyle/>
          <a:p>
            <a:pPr algn="ctr"/>
            <a:r>
              <a:rPr lang="en-US" sz="1000" dirty="0">
                <a:latin typeface="Arial" charset="0"/>
              </a:rPr>
              <a:t>R. Shaw, </a:t>
            </a:r>
            <a:r>
              <a:rPr lang="en-US" sz="1000" dirty="0"/>
              <a:t>Qual Control Spec, Est start date 8/2/2026</a:t>
            </a:r>
            <a:endParaRPr lang="en-US" sz="1000" dirty="0">
              <a:latin typeface="Arial" charset="0"/>
            </a:endParaRPr>
          </a:p>
        </p:txBody>
      </p:sp>
      <p:cxnSp>
        <p:nvCxnSpPr>
          <p:cNvPr id="50" name="Straight Connector 49">
            <a:extLst>
              <a:ext uri="{FF2B5EF4-FFF2-40B4-BE49-F238E27FC236}">
                <a16:creationId xmlns:a16="http://schemas.microsoft.com/office/drawing/2014/main" id="{0B57438C-3933-AAEB-522F-D61CBBF7C155}"/>
              </a:ext>
            </a:extLst>
          </p:cNvPr>
          <p:cNvCxnSpPr>
            <a:cxnSpLocks/>
          </p:cNvCxnSpPr>
          <p:nvPr/>
        </p:nvCxnSpPr>
        <p:spPr bwMode="auto">
          <a:xfrm flipV="1">
            <a:off x="6549775" y="5377664"/>
            <a:ext cx="0" cy="259586"/>
          </a:xfrm>
          <a:prstGeom prst="line">
            <a:avLst/>
          </a:prstGeom>
          <a:ln/>
        </p:spPr>
        <p:style>
          <a:lnRef idx="1">
            <a:schemeClr val="accent4"/>
          </a:lnRef>
          <a:fillRef idx="0">
            <a:schemeClr val="accent4"/>
          </a:fillRef>
          <a:effectRef idx="0">
            <a:schemeClr val="accent4"/>
          </a:effectRef>
          <a:fontRef idx="minor">
            <a:schemeClr val="tx1"/>
          </a:fontRef>
        </p:style>
      </p:cxnSp>
      <p:sp>
        <p:nvSpPr>
          <p:cNvPr id="52" name="TextBox 51">
            <a:extLst>
              <a:ext uri="{FF2B5EF4-FFF2-40B4-BE49-F238E27FC236}">
                <a16:creationId xmlns:a16="http://schemas.microsoft.com/office/drawing/2014/main" id="{2000C4B5-8498-9C17-6EF2-FE4D9EF4E1E7}"/>
              </a:ext>
            </a:extLst>
          </p:cNvPr>
          <p:cNvSpPr txBox="1"/>
          <p:nvPr/>
        </p:nvSpPr>
        <p:spPr>
          <a:xfrm>
            <a:off x="7607299" y="5107595"/>
            <a:ext cx="1295400" cy="246221"/>
          </a:xfrm>
          <a:prstGeom prst="rect">
            <a:avLst/>
          </a:prstGeom>
          <a:noFill/>
        </p:spPr>
        <p:txBody>
          <a:bodyPr wrap="square" rtlCol="0">
            <a:spAutoFit/>
          </a:bodyPr>
          <a:lstStyle/>
          <a:p>
            <a:r>
              <a:rPr lang="en-US" sz="1000" dirty="0"/>
              <a:t>QPS Coder</a:t>
            </a:r>
          </a:p>
        </p:txBody>
      </p:sp>
    </p:spTree>
    <p:extLst>
      <p:ext uri="{BB962C8B-B14F-4D97-AF65-F5344CB8AC3E}">
        <p14:creationId xmlns:p14="http://schemas.microsoft.com/office/powerpoint/2010/main" val="3944411598"/>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7000" r="-17000"/>
          </a:stretch>
        </a:blipFill>
        <a:effectLst/>
      </p:bgPr>
    </p:bg>
    <p:spTree>
      <p:nvGrpSpPr>
        <p:cNvPr id="1" name=""/>
        <p:cNvGrpSpPr/>
        <p:nvPr/>
      </p:nvGrpSpPr>
      <p:grpSpPr>
        <a:xfrm>
          <a:off x="0" y="0"/>
          <a:ext cx="0" cy="0"/>
          <a:chOff x="0" y="0"/>
          <a:chExt cx="0" cy="0"/>
        </a:xfrm>
      </p:grpSpPr>
      <p:sp>
        <p:nvSpPr>
          <p:cNvPr id="4" name="TextBox 3"/>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p:cNvPicPr/>
          <p:nvPr/>
        </p:nvPicPr>
        <p:blipFill>
          <a:blip r:embed="rId4">
            <a:extLst>
              <a:ext uri="{28A0092B-C50C-407E-A947-70E740481C1C}">
                <a14:useLocalDpi xmlns:a14="http://schemas.microsoft.com/office/drawing/2010/main" val="0"/>
              </a:ext>
            </a:extLst>
          </a:blip>
          <a:srcRect/>
          <a:stretch>
            <a:fillRect/>
          </a:stretch>
        </p:blipFill>
        <p:spPr bwMode="auto">
          <a:xfrm>
            <a:off x="6172201" y="0"/>
            <a:ext cx="2971800" cy="1143000"/>
          </a:xfrm>
          <a:prstGeom prst="rect">
            <a:avLst/>
          </a:prstGeom>
          <a:noFill/>
          <a:ln>
            <a:noFill/>
          </a:ln>
        </p:spPr>
      </p:pic>
      <p:sp>
        <p:nvSpPr>
          <p:cNvPr id="3" name="Title 2"/>
          <p:cNvSpPr>
            <a:spLocks noGrp="1"/>
          </p:cNvSpPr>
          <p:nvPr>
            <p:ph type="title"/>
          </p:nvPr>
        </p:nvSpPr>
        <p:spPr/>
        <p:txBody>
          <a:bodyPr/>
          <a:lstStyle/>
          <a:p>
            <a:r>
              <a:rPr lang="en-US" sz="2800" dirty="0">
                <a:solidFill>
                  <a:schemeClr val="bg2">
                    <a:lumMod val="75000"/>
                    <a:lumOff val="25000"/>
                  </a:schemeClr>
                </a:solidFill>
              </a:rPr>
              <a:t>Team Functionality Coding/DSTs</a:t>
            </a:r>
          </a:p>
        </p:txBody>
      </p:sp>
      <p:sp>
        <p:nvSpPr>
          <p:cNvPr id="8" name="Text Placeholder 2"/>
          <p:cNvSpPr>
            <a:spLocks noGrp="1"/>
          </p:cNvSpPr>
          <p:nvPr>
            <p:ph type="body" sz="half" idx="1"/>
          </p:nvPr>
        </p:nvSpPr>
        <p:spPr>
          <a:xfrm>
            <a:off x="619129" y="1600200"/>
            <a:ext cx="4092578" cy="4495800"/>
          </a:xfrm>
          <a:solidFill>
            <a:schemeClr val="accent2">
              <a:lumMod val="20000"/>
              <a:lumOff val="80000"/>
            </a:schemeClr>
          </a:solidFill>
        </p:spPr>
        <p:txBody>
          <a:bodyPr/>
          <a:lstStyle/>
          <a:p>
            <a:pPr marL="0" indent="0">
              <a:buNone/>
            </a:pPr>
            <a:r>
              <a:rPr lang="en-US" sz="1800" u="sng" dirty="0"/>
              <a:t>Coding QPS/SAPIP Admin:  </a:t>
            </a:r>
          </a:p>
          <a:p>
            <a:pPr marL="0" indent="0">
              <a:buNone/>
            </a:pPr>
            <a:r>
              <a:rPr lang="en-US" sz="1200" b="1" u="sng" dirty="0">
                <a:latin typeface="Arial" panose="020B0604020202020204" pitchFamily="34" charset="0"/>
                <a:cs typeface="Arial" panose="020B0604020202020204" pitchFamily="34" charset="0"/>
              </a:rPr>
              <a:t>QPS:</a:t>
            </a:r>
          </a:p>
          <a:p>
            <a:r>
              <a:rPr lang="en-US" sz="1200" dirty="0">
                <a:latin typeface="Arial" panose="020B0604020202020204" pitchFamily="34" charset="0"/>
                <a:cs typeface="Arial" panose="020B0604020202020204" pitchFamily="34" charset="0"/>
              </a:rPr>
              <a:t>Records are imported from multiple sources and prepped for entry into QPS.</a:t>
            </a:r>
          </a:p>
          <a:p>
            <a:r>
              <a:rPr lang="en-US" sz="1200" dirty="0">
                <a:latin typeface="Arial" panose="020B0604020202020204" pitchFamily="34" charset="0"/>
                <a:cs typeface="Arial" panose="020B0604020202020204" pitchFamily="34" charset="0"/>
              </a:rPr>
              <a:t>Once all records are imported into QPS, the weighted labor numbers are formulated for people that perform the coding. </a:t>
            </a:r>
          </a:p>
          <a:p>
            <a:r>
              <a:rPr lang="en-US" sz="1200" dirty="0">
                <a:latin typeface="Arial" panose="020B0604020202020204" pitchFamily="34" charset="0"/>
                <a:cs typeface="Arial" panose="020B0604020202020204" pitchFamily="34" charset="0"/>
              </a:rPr>
              <a:t>QPS coding involves</a:t>
            </a:r>
          </a:p>
          <a:p>
            <a:pPr lvl="1"/>
            <a:r>
              <a:rPr lang="en-US" sz="1103" dirty="0">
                <a:latin typeface="Arial" panose="020B0604020202020204" pitchFamily="34" charset="0"/>
                <a:cs typeface="Arial" panose="020B0604020202020204" pitchFamily="34" charset="0"/>
              </a:rPr>
              <a:t>Metric Codes</a:t>
            </a:r>
          </a:p>
          <a:p>
            <a:pPr lvl="1"/>
            <a:r>
              <a:rPr lang="en-US" sz="1103" dirty="0">
                <a:latin typeface="Arial" panose="020B0604020202020204" pitchFamily="34" charset="0"/>
                <a:cs typeface="Arial" panose="020B0604020202020204" pitchFamily="34" charset="0"/>
              </a:rPr>
              <a:t>Process Codes</a:t>
            </a:r>
          </a:p>
          <a:p>
            <a:pPr lvl="1"/>
            <a:r>
              <a:rPr lang="en-US" sz="1103" dirty="0">
                <a:latin typeface="Arial" panose="020B0604020202020204" pitchFamily="34" charset="0"/>
                <a:cs typeface="Arial" panose="020B0604020202020204" pitchFamily="34" charset="0"/>
              </a:rPr>
              <a:t>Program Codes</a:t>
            </a:r>
          </a:p>
          <a:p>
            <a:pPr lvl="2"/>
            <a:r>
              <a:rPr lang="en-US" sz="1103" dirty="0">
                <a:latin typeface="Arial" panose="020B0604020202020204" pitchFamily="34" charset="0"/>
                <a:cs typeface="Arial" panose="020B0604020202020204" pitchFamily="34" charset="0"/>
              </a:rPr>
              <a:t>Each code involves three levels; Category, Subcategory and 3</a:t>
            </a:r>
            <a:r>
              <a:rPr lang="en-US" sz="1103" baseline="30000" dirty="0">
                <a:latin typeface="Arial" panose="020B0604020202020204" pitchFamily="34" charset="0"/>
                <a:cs typeface="Arial" panose="020B0604020202020204" pitchFamily="34" charset="0"/>
              </a:rPr>
              <a:t>rd</a:t>
            </a:r>
            <a:r>
              <a:rPr lang="en-US" sz="1103" dirty="0">
                <a:latin typeface="Arial" panose="020B0604020202020204" pitchFamily="34" charset="0"/>
                <a:cs typeface="Arial" panose="020B0604020202020204" pitchFamily="34" charset="0"/>
              </a:rPr>
              <a:t> level</a:t>
            </a:r>
          </a:p>
          <a:p>
            <a:pPr>
              <a:buFontTx/>
              <a:buChar char="-"/>
            </a:pPr>
            <a:endParaRPr lang="en-US" sz="1200" dirty="0">
              <a:latin typeface="Arial" panose="020B0604020202020204" pitchFamily="34" charset="0"/>
              <a:cs typeface="Arial" panose="020B0604020202020204" pitchFamily="34" charset="0"/>
            </a:endParaRPr>
          </a:p>
          <a:p>
            <a:pPr marL="0" indent="0">
              <a:buNone/>
            </a:pPr>
            <a:r>
              <a:rPr lang="en-US" sz="1200" b="1" u="sng" dirty="0">
                <a:latin typeface="Arial" panose="020B0604020202020204" pitchFamily="34" charset="0"/>
                <a:cs typeface="Arial" panose="020B0604020202020204" pitchFamily="34" charset="0"/>
              </a:rPr>
              <a:t>SAPIP:</a:t>
            </a:r>
          </a:p>
          <a:p>
            <a:pPr>
              <a:buFontTx/>
              <a:buChar char="-"/>
            </a:pPr>
            <a:r>
              <a:rPr lang="en-US" sz="1200" dirty="0"/>
              <a:t>Creating checklists, making edits, and pulling data. </a:t>
            </a:r>
          </a:p>
          <a:p>
            <a:pPr>
              <a:buFontTx/>
              <a:buChar char="-"/>
            </a:pPr>
            <a:r>
              <a:rPr lang="en-US" sz="1200" dirty="0"/>
              <a:t>Coaching people on how to use it, </a:t>
            </a:r>
          </a:p>
          <a:p>
            <a:pPr>
              <a:buFontTx/>
              <a:buChar char="-"/>
            </a:pPr>
            <a:r>
              <a:rPr lang="en-US" sz="1200" dirty="0"/>
              <a:t>Problem solving, inquiries, requests, etc. </a:t>
            </a:r>
          </a:p>
          <a:p>
            <a:pPr marL="0" indent="0">
              <a:buNone/>
            </a:pPr>
            <a:r>
              <a:rPr lang="en-US" sz="1200" dirty="0"/>
              <a:t>This database is used enterprise-wide; Groton, QP, Focus Factories, Kings Bay, Pearl Harbor,</a:t>
            </a:r>
          </a:p>
          <a:p>
            <a:pPr marL="0" indent="0">
              <a:buNone/>
            </a:pPr>
            <a:r>
              <a:rPr lang="en-US" sz="1200" dirty="0"/>
              <a:t>Puget.</a:t>
            </a:r>
          </a:p>
        </p:txBody>
      </p:sp>
      <p:sp>
        <p:nvSpPr>
          <p:cNvPr id="9" name="Text Placeholder 2"/>
          <p:cNvSpPr txBox="1">
            <a:spLocks/>
          </p:cNvSpPr>
          <p:nvPr/>
        </p:nvSpPr>
        <p:spPr bwMode="auto">
          <a:xfrm>
            <a:off x="4851401" y="1600200"/>
            <a:ext cx="4092578" cy="4495800"/>
          </a:xfrm>
          <a:prstGeom prst="rect">
            <a:avLst/>
          </a:prstGeom>
          <a:solidFill>
            <a:schemeClr val="accent2">
              <a:lumMod val="20000"/>
              <a:lumOff val="80000"/>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3" rIns="90488" bIns="44453"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SzPct val="80000"/>
              <a:buFont typeface="Monotype Sorts" pitchFamily="2" charset="2"/>
              <a:buChar char="l"/>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Font typeface="Wingdings" pitchFamily="2" charset="2"/>
              <a:buChar char="Ø"/>
              <a:defRPr sz="2000">
                <a:solidFill>
                  <a:schemeClr val="tx1"/>
                </a:solidFill>
                <a:latin typeface="+mn-lt"/>
              </a:defRPr>
            </a:lvl2pPr>
            <a:lvl3pPr marL="1143000" indent="-228600" algn="l" rtl="0" eaLnBrk="0" fontAlgn="base" hangingPunct="0">
              <a:spcBef>
                <a:spcPct val="20000"/>
              </a:spcBef>
              <a:spcAft>
                <a:spcPct val="0"/>
              </a:spcAft>
              <a:buClr>
                <a:schemeClr val="tx1"/>
              </a:buClr>
              <a:buSzPct val="60000"/>
              <a:buFont typeface="Monotype Sorts" pitchFamily="2" charset="2"/>
              <a:buChar char="n"/>
              <a:defRPr>
                <a:solidFill>
                  <a:schemeClr val="tx1"/>
                </a:solidFill>
                <a:latin typeface="+mn-lt"/>
              </a:defRPr>
            </a:lvl3pPr>
            <a:lvl4pPr marL="1600200" indent="-228600" algn="l" rtl="0" eaLnBrk="0" fontAlgn="base" hangingPunct="0">
              <a:spcBef>
                <a:spcPct val="20000"/>
              </a:spcBef>
              <a:spcAft>
                <a:spcPct val="0"/>
              </a:spcAft>
              <a:buClr>
                <a:schemeClr val="tx1"/>
              </a:buClr>
              <a:buSzPct val="90000"/>
              <a:buFont typeface="Wingdings" pitchFamily="2" charset="2"/>
              <a:buChar char="Ø"/>
              <a:defRPr sz="1600">
                <a:solidFill>
                  <a:schemeClr val="tx1"/>
                </a:solidFill>
                <a:latin typeface="+mn-lt"/>
              </a:defRPr>
            </a:lvl4pPr>
            <a:lvl5pPr marL="20574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5pPr>
            <a:lvl6pPr marL="25146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6pPr>
            <a:lvl7pPr marL="29718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7pPr>
            <a:lvl8pPr marL="34290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8pPr>
            <a:lvl9pPr marL="38862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9pPr>
          </a:lstStyle>
          <a:p>
            <a:pPr marL="0" indent="0">
              <a:buNone/>
            </a:pPr>
            <a:r>
              <a:rPr lang="en-US" sz="1800" u="sng" kern="0" dirty="0"/>
              <a:t>DST Support: </a:t>
            </a:r>
          </a:p>
          <a:p>
            <a:r>
              <a:rPr lang="en-US" sz="1200" dirty="0">
                <a:latin typeface="Arial" panose="020B0604020202020204" pitchFamily="34" charset="0"/>
                <a:ea typeface="Calibri" panose="020F0502020204030204" pitchFamily="34" charset="0"/>
                <a:cs typeface="Arial" panose="020B0604020202020204" pitchFamily="34" charset="0"/>
              </a:rPr>
              <a:t>Creates data visuals that support the analysis of quality performance for DSTs.</a:t>
            </a:r>
          </a:p>
          <a:p>
            <a:pPr marL="1142715" lvl="2" indent="-228540">
              <a:lnSpc>
                <a:spcPct val="107000"/>
              </a:lnSpc>
              <a:buFont typeface="+mj-lt"/>
              <a:buAutoNum type="arabicParenR"/>
            </a:pPr>
            <a:r>
              <a:rPr lang="en-US" sz="1200" dirty="0">
                <a:latin typeface="Arial" panose="020B0604020202020204" pitchFamily="34" charset="0"/>
                <a:ea typeface="Calibri" panose="020F0502020204030204" pitchFamily="34" charset="0"/>
                <a:cs typeface="Arial" panose="020B0604020202020204" pitchFamily="34" charset="0"/>
              </a:rPr>
              <a:t>Provide historic data for more robust analytics to include hull over hull comparison</a:t>
            </a:r>
          </a:p>
          <a:p>
            <a:pPr marL="1142715" lvl="2" indent="-228540">
              <a:lnSpc>
                <a:spcPct val="107000"/>
              </a:lnSpc>
              <a:buFont typeface="+mj-lt"/>
              <a:buAutoNum type="arabicParenR"/>
            </a:pPr>
            <a:r>
              <a:rPr lang="en-US" sz="1200" dirty="0">
                <a:latin typeface="Arial" panose="020B0604020202020204" pitchFamily="34" charset="0"/>
                <a:ea typeface="Calibri" panose="020F0502020204030204" pitchFamily="34" charset="0"/>
                <a:cs typeface="Arial" panose="020B0604020202020204" pitchFamily="34" charset="0"/>
              </a:rPr>
              <a:t>Solicit feedback from downstream customers to continuously improve model capabilities. </a:t>
            </a:r>
          </a:p>
          <a:p>
            <a:pPr marL="228540" indent="-171405">
              <a:lnSpc>
                <a:spcPct val="107000"/>
              </a:lnSpc>
            </a:pPr>
            <a:r>
              <a:rPr lang="en-US" sz="1200" dirty="0">
                <a:latin typeface="Arial" panose="020B0604020202020204" pitchFamily="34" charset="0"/>
                <a:ea typeface="Calibri" panose="020F0502020204030204" pitchFamily="34" charset="0"/>
                <a:cs typeface="Arial" panose="020B0604020202020204" pitchFamily="34" charset="0"/>
              </a:rPr>
              <a:t>Perform data analysis from available quality performance systems and communicate findings to the DSTs and supporting QAEs. </a:t>
            </a:r>
          </a:p>
          <a:p>
            <a:pPr marL="1142715" lvl="2" indent="-228540">
              <a:lnSpc>
                <a:spcPct val="107000"/>
              </a:lnSpc>
              <a:buFont typeface="+mj-lt"/>
              <a:buAutoNum type="arabicParenR"/>
            </a:pPr>
            <a:r>
              <a:rPr lang="en-US" sz="1200" dirty="0">
                <a:latin typeface="Arial" panose="020B0604020202020204" pitchFamily="34" charset="0"/>
                <a:ea typeface="Calibri" panose="020F0502020204030204" pitchFamily="34" charset="0"/>
                <a:cs typeface="Arial" panose="020B0604020202020204" pitchFamily="34" charset="0"/>
              </a:rPr>
              <a:t>Provide initial problem identification and trending issues.</a:t>
            </a:r>
          </a:p>
          <a:p>
            <a:pPr marL="1142715" lvl="2" indent="-228540">
              <a:lnSpc>
                <a:spcPct val="107000"/>
              </a:lnSpc>
              <a:buFont typeface="+mj-lt"/>
              <a:buAutoNum type="arabicParenR"/>
            </a:pPr>
            <a:r>
              <a:rPr lang="en-US" sz="1200" dirty="0">
                <a:latin typeface="Arial" panose="020B0604020202020204" pitchFamily="34" charset="0"/>
                <a:ea typeface="Calibri" panose="020F0502020204030204" pitchFamily="34" charset="0"/>
                <a:cs typeface="Arial" panose="020B0604020202020204" pitchFamily="34" charset="0"/>
              </a:rPr>
              <a:t>Summarize and visualize deficiency data for each DST.</a:t>
            </a:r>
          </a:p>
          <a:p>
            <a:pPr marL="1142715" lvl="2" indent="-228540">
              <a:lnSpc>
                <a:spcPct val="107000"/>
              </a:lnSpc>
              <a:spcAft>
                <a:spcPts val="803"/>
              </a:spcAft>
              <a:buFont typeface="+mj-lt"/>
              <a:buAutoNum type="arabicParenR"/>
            </a:pPr>
            <a:r>
              <a:rPr lang="en-US" sz="1200" dirty="0">
                <a:latin typeface="Arial" panose="020B0604020202020204" pitchFamily="34" charset="0"/>
                <a:ea typeface="Calibri" panose="020F0502020204030204" pitchFamily="34" charset="0"/>
                <a:cs typeface="Arial" panose="020B0604020202020204" pitchFamily="34" charset="0"/>
              </a:rPr>
              <a:t>Work with QAEs and Operations Analyst to provide supplemental analysis on identified problem areas which are determined most severe or most common. </a:t>
            </a:r>
          </a:p>
          <a:p>
            <a:pPr marL="0" indent="0">
              <a:spcBef>
                <a:spcPct val="0"/>
              </a:spcBef>
              <a:buClrTx/>
              <a:buSzTx/>
              <a:buFontTx/>
              <a:buChar char="•"/>
            </a:pPr>
            <a:endParaRPr lang="en-US" altLang="en-US" sz="1200" kern="0" dirty="0">
              <a:solidFill>
                <a:srgbClr val="0A0A0A"/>
              </a:solidFill>
              <a:latin typeface="Arial" panose="020B0604020202020204" pitchFamily="34" charset="0"/>
              <a:cs typeface="Arial" panose="020B0604020202020204" pitchFamily="34" charset="0"/>
            </a:endParaRPr>
          </a:p>
          <a:p>
            <a:pPr marL="0" indent="0">
              <a:buNone/>
            </a:pPr>
            <a:endParaRPr lang="en-US" kern="0" dirty="0"/>
          </a:p>
          <a:p>
            <a:pPr marL="0" indent="0">
              <a:buNone/>
            </a:pPr>
            <a:endParaRPr lang="en-US" sz="1403" kern="0" dirty="0"/>
          </a:p>
        </p:txBody>
      </p:sp>
    </p:spTree>
    <p:extLst>
      <p:ext uri="{BB962C8B-B14F-4D97-AF65-F5344CB8AC3E}">
        <p14:creationId xmlns:p14="http://schemas.microsoft.com/office/powerpoint/2010/main" val="3637744411"/>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06F41-2ADE-469E-222A-B3F44666197E}"/>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AFC447B7-E547-446A-84B1-7D7C91CE3DAF}"/>
              </a:ext>
            </a:extLst>
          </p:cNvPr>
          <p:cNvSpPr>
            <a:spLocks noGrp="1" noChangeArrowheads="1"/>
          </p:cNvSpPr>
          <p:nvPr>
            <p:ph type="title"/>
          </p:nvPr>
        </p:nvSpPr>
        <p:spPr>
          <a:xfrm>
            <a:off x="457200" y="533400"/>
            <a:ext cx="7848600" cy="731520"/>
          </a:xfrm>
        </p:spPr>
        <p:txBody>
          <a:bodyPr/>
          <a:lstStyle/>
          <a:p>
            <a:r>
              <a:rPr lang="en-US" dirty="0">
                <a:solidFill>
                  <a:schemeClr val="bg2">
                    <a:lumMod val="75000"/>
                    <a:lumOff val="25000"/>
                  </a:schemeClr>
                </a:solidFill>
              </a:rPr>
              <a:t>QPS Data</a:t>
            </a:r>
          </a:p>
        </p:txBody>
      </p:sp>
      <p:sp>
        <p:nvSpPr>
          <p:cNvPr id="4" name="TextBox 3">
            <a:extLst>
              <a:ext uri="{FF2B5EF4-FFF2-40B4-BE49-F238E27FC236}">
                <a16:creationId xmlns:a16="http://schemas.microsoft.com/office/drawing/2014/main" id="{C58A5FE9-CC8B-618A-17F4-0728CF2CAD60}"/>
              </a:ext>
            </a:extLst>
          </p:cNvPr>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a:extLst>
              <a:ext uri="{FF2B5EF4-FFF2-40B4-BE49-F238E27FC236}">
                <a16:creationId xmlns:a16="http://schemas.microsoft.com/office/drawing/2014/main" id="{4A4A2293-24B2-92CE-F6B5-CFEF6FAD25E4}"/>
              </a:ext>
            </a:extLst>
          </p:cNvPr>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a:extLst>
              <a:ext uri="{FF2B5EF4-FFF2-40B4-BE49-F238E27FC236}">
                <a16:creationId xmlns:a16="http://schemas.microsoft.com/office/drawing/2014/main" id="{584DDC01-8EE8-4BD3-4C2D-BD50EBBCC74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92522" y="76204"/>
            <a:ext cx="2946398" cy="1041397"/>
          </a:xfrm>
          <a:prstGeom prst="rect">
            <a:avLst/>
          </a:prstGeom>
          <a:noFill/>
          <a:ln>
            <a:noFill/>
          </a:ln>
        </p:spPr>
      </p:pic>
      <p:sp>
        <p:nvSpPr>
          <p:cNvPr id="10" name="TextBox 9">
            <a:extLst>
              <a:ext uri="{FF2B5EF4-FFF2-40B4-BE49-F238E27FC236}">
                <a16:creationId xmlns:a16="http://schemas.microsoft.com/office/drawing/2014/main" id="{3AC493C2-FE29-80C0-D354-54EE52B2FCEF}"/>
              </a:ext>
            </a:extLst>
          </p:cNvPr>
          <p:cNvSpPr txBox="1"/>
          <p:nvPr/>
        </p:nvSpPr>
        <p:spPr>
          <a:xfrm>
            <a:off x="609600" y="1522125"/>
            <a:ext cx="7696200" cy="4585358"/>
          </a:xfrm>
          <a:prstGeom prst="rect">
            <a:avLst/>
          </a:prstGeom>
          <a:noFill/>
        </p:spPr>
        <p:txBody>
          <a:bodyPr wrap="square" rtlCol="0">
            <a:spAutoFit/>
          </a:bodyPr>
          <a:lstStyle/>
          <a:p>
            <a:r>
              <a:rPr lang="en-US" sz="1600" dirty="0"/>
              <a:t>Document types that go into QPS, and how they are received:</a:t>
            </a:r>
          </a:p>
          <a:p>
            <a:pPr marL="342900" indent="-342900">
              <a:buFont typeface="Arial" panose="020B0604020202020204" pitchFamily="34" charset="0"/>
              <a:buChar char="•"/>
            </a:pPr>
            <a:r>
              <a:rPr lang="en-US" sz="1600" b="1" dirty="0"/>
              <a:t>Audit</a:t>
            </a:r>
            <a:r>
              <a:rPr lang="en-US" sz="1600" dirty="0"/>
              <a:t> (auto-email from Document Databank)</a:t>
            </a:r>
          </a:p>
          <a:p>
            <a:pPr marL="342900" indent="-342900">
              <a:buFont typeface="Arial" panose="020B0604020202020204" pitchFamily="34" charset="0"/>
              <a:buChar char="•"/>
            </a:pPr>
            <a:r>
              <a:rPr lang="en-US" sz="1600" b="1" dirty="0"/>
              <a:t>CAR</a:t>
            </a:r>
            <a:r>
              <a:rPr lang="en-US" sz="1600" dirty="0"/>
              <a:t> (pulled from TSM)</a:t>
            </a:r>
          </a:p>
          <a:p>
            <a:pPr marL="342900" indent="-342900">
              <a:buFont typeface="Arial" panose="020B0604020202020204" pitchFamily="34" charset="0"/>
              <a:buChar char="•"/>
            </a:pPr>
            <a:r>
              <a:rPr lang="en-US" sz="1600" b="1" dirty="0"/>
              <a:t>DLS/TLS</a:t>
            </a:r>
            <a:r>
              <a:rPr lang="en-US" sz="1600" dirty="0"/>
              <a:t> (emailed from Thomas Gendreau)</a:t>
            </a:r>
          </a:p>
          <a:p>
            <a:pPr marL="342900" indent="-342900">
              <a:buFont typeface="Arial" panose="020B0604020202020204" pitchFamily="34" charset="0"/>
              <a:buChar char="•"/>
            </a:pPr>
            <a:r>
              <a:rPr lang="en-US" sz="1600" b="1" dirty="0"/>
              <a:t>SAFE</a:t>
            </a:r>
            <a:r>
              <a:rPr lang="en-US" sz="1600" dirty="0"/>
              <a:t> (emailed from Groton Safety)</a:t>
            </a:r>
          </a:p>
          <a:p>
            <a:pPr marL="342900" indent="-342900">
              <a:buFont typeface="Arial" panose="020B0604020202020204" pitchFamily="34" charset="0"/>
              <a:buChar char="•"/>
            </a:pPr>
            <a:r>
              <a:rPr lang="en-US" sz="1600" b="1" dirty="0"/>
              <a:t>SURV</a:t>
            </a:r>
            <a:r>
              <a:rPr lang="en-US" sz="1600" dirty="0"/>
              <a:t> (pulled from SAPIP and NDT </a:t>
            </a:r>
            <a:r>
              <a:rPr lang="en-US" sz="1600" dirty="0" err="1"/>
              <a:t>Surv</a:t>
            </a:r>
            <a:r>
              <a:rPr lang="en-US" sz="1600" dirty="0"/>
              <a:t> from Janis)</a:t>
            </a:r>
          </a:p>
          <a:p>
            <a:pPr marL="342900" indent="-342900">
              <a:buFont typeface="Arial" panose="020B0604020202020204" pitchFamily="34" charset="0"/>
              <a:buChar char="•"/>
            </a:pPr>
            <a:r>
              <a:rPr lang="en-US" sz="1600" b="1" dirty="0"/>
              <a:t>RDR</a:t>
            </a:r>
            <a:r>
              <a:rPr lang="en-US" sz="1600" dirty="0"/>
              <a:t> (pulled from the RDR database)</a:t>
            </a:r>
          </a:p>
          <a:p>
            <a:pPr marL="342900" indent="-342900">
              <a:buFont typeface="Arial" panose="020B0604020202020204" pitchFamily="34" charset="0"/>
              <a:buChar char="•"/>
            </a:pPr>
            <a:r>
              <a:rPr lang="en-US" sz="1600" b="1" dirty="0"/>
              <a:t>TIR/SFDR</a:t>
            </a:r>
            <a:r>
              <a:rPr lang="en-US" sz="1600" dirty="0"/>
              <a:t> (pulled from 7G)</a:t>
            </a:r>
          </a:p>
          <a:p>
            <a:pPr marL="342900" indent="-342900">
              <a:buFont typeface="Arial" panose="020B0604020202020204" pitchFamily="34" charset="0"/>
              <a:buChar char="•"/>
            </a:pPr>
            <a:r>
              <a:rPr lang="en-US" sz="1600" b="1" dirty="0"/>
              <a:t>DL/DR</a:t>
            </a:r>
            <a:r>
              <a:rPr lang="en-US" sz="1600" dirty="0"/>
              <a:t> (pulled form SPARS)</a:t>
            </a:r>
          </a:p>
          <a:p>
            <a:pPr marL="342900" indent="-342900">
              <a:buFont typeface="Arial" panose="020B0604020202020204" pitchFamily="34" charset="0"/>
              <a:buChar char="•"/>
            </a:pPr>
            <a:r>
              <a:rPr lang="en-US" sz="1600" b="1" dirty="0"/>
              <a:t>CRIT</a:t>
            </a:r>
            <a:r>
              <a:rPr lang="en-US" sz="1600" dirty="0"/>
              <a:t> and </a:t>
            </a:r>
            <a:r>
              <a:rPr lang="en-US" sz="1600" b="1" dirty="0"/>
              <a:t>EXT Audit</a:t>
            </a:r>
            <a:r>
              <a:rPr lang="en-US" sz="1600" dirty="0"/>
              <a:t> need to be entered manually</a:t>
            </a:r>
          </a:p>
          <a:p>
            <a:pPr marL="342900" indent="-342900">
              <a:buFont typeface="Arial" panose="020B0604020202020204" pitchFamily="34" charset="0"/>
              <a:buChar char="•"/>
            </a:pPr>
            <a:endParaRPr lang="en-US" sz="1600" dirty="0"/>
          </a:p>
          <a:p>
            <a:r>
              <a:rPr lang="en-US" sz="1800" dirty="0"/>
              <a:t>All document types need to be groomed before being imported into QPS.  Grooming includes adjusting project IDs, moving data to required columns, checking for character limitations, column format, removing erroneous input, etc.  </a:t>
            </a:r>
          </a:p>
        </p:txBody>
      </p:sp>
    </p:spTree>
    <p:extLst>
      <p:ext uri="{BB962C8B-B14F-4D97-AF65-F5344CB8AC3E}">
        <p14:creationId xmlns:p14="http://schemas.microsoft.com/office/powerpoint/2010/main" val="1209752623"/>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390C3-AEAC-1A87-711B-71A74D98CC12}"/>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A2172BFF-BDA1-2289-FA18-86B8F507A7C3}"/>
              </a:ext>
            </a:extLst>
          </p:cNvPr>
          <p:cNvSpPr>
            <a:spLocks noGrp="1" noChangeArrowheads="1"/>
          </p:cNvSpPr>
          <p:nvPr>
            <p:ph type="title"/>
          </p:nvPr>
        </p:nvSpPr>
        <p:spPr>
          <a:xfrm>
            <a:off x="457200" y="533400"/>
            <a:ext cx="7848600" cy="731520"/>
          </a:xfrm>
        </p:spPr>
        <p:txBody>
          <a:bodyPr/>
          <a:lstStyle/>
          <a:p>
            <a:r>
              <a:rPr lang="en-US" dirty="0">
                <a:solidFill>
                  <a:schemeClr val="bg2">
                    <a:lumMod val="75000"/>
                    <a:lumOff val="25000"/>
                  </a:schemeClr>
                </a:solidFill>
              </a:rPr>
              <a:t>QPS Interface</a:t>
            </a:r>
          </a:p>
        </p:txBody>
      </p:sp>
      <p:sp>
        <p:nvSpPr>
          <p:cNvPr id="4" name="TextBox 3">
            <a:extLst>
              <a:ext uri="{FF2B5EF4-FFF2-40B4-BE49-F238E27FC236}">
                <a16:creationId xmlns:a16="http://schemas.microsoft.com/office/drawing/2014/main" id="{254A1787-7AA6-AFA7-CB11-C6A8296D463D}"/>
              </a:ext>
            </a:extLst>
          </p:cNvPr>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a:extLst>
              <a:ext uri="{FF2B5EF4-FFF2-40B4-BE49-F238E27FC236}">
                <a16:creationId xmlns:a16="http://schemas.microsoft.com/office/drawing/2014/main" id="{15720D61-5487-EE4E-D26A-3CEB89E2469A}"/>
              </a:ext>
            </a:extLst>
          </p:cNvPr>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a:extLst>
              <a:ext uri="{FF2B5EF4-FFF2-40B4-BE49-F238E27FC236}">
                <a16:creationId xmlns:a16="http://schemas.microsoft.com/office/drawing/2014/main" id="{5C7A81BA-9DE1-95B5-1B54-5431D9C4337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92522" y="76204"/>
            <a:ext cx="2946398" cy="1041397"/>
          </a:xfrm>
          <a:prstGeom prst="rect">
            <a:avLst/>
          </a:prstGeom>
          <a:noFill/>
          <a:ln>
            <a:noFill/>
          </a:ln>
        </p:spPr>
      </p:pic>
      <p:sp>
        <p:nvSpPr>
          <p:cNvPr id="9" name="Rectangle 8">
            <a:extLst>
              <a:ext uri="{FF2B5EF4-FFF2-40B4-BE49-F238E27FC236}">
                <a16:creationId xmlns:a16="http://schemas.microsoft.com/office/drawing/2014/main" id="{40B37356-05F6-8ACD-06EF-015D115088D8}"/>
              </a:ext>
            </a:extLst>
          </p:cNvPr>
          <p:cNvSpPr/>
          <p:nvPr/>
        </p:nvSpPr>
        <p:spPr bwMode="auto">
          <a:xfrm>
            <a:off x="762000" y="4191000"/>
            <a:ext cx="43434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rtlCol="0" anchor="t" anchorCtr="0" compatLnSpc="1">
            <a:prstTxWarp prst="textNoShape">
              <a:avLst/>
            </a:prstTxWarp>
          </a:bodyPr>
          <a:lstStyle/>
          <a:p>
            <a:pPr marL="0" marR="0" indent="0" algn="l" defTabSz="914400" rtl="0" eaLnBrk="0" fontAlgn="base" latinLnBrk="0" hangingPunct="0">
              <a:lnSpc>
                <a:spcPct val="100000"/>
              </a:lnSpc>
              <a:spcBef>
                <a:spcPct val="20000"/>
              </a:spcBef>
              <a:spcAft>
                <a:spcPct val="0"/>
              </a:spcAft>
              <a:buClr>
                <a:schemeClr val="tx1"/>
              </a:buClr>
              <a:buSzPct val="90000"/>
              <a:buFont typeface="Monotype Sorts" pitchFamily="2" charset="2"/>
              <a:buNone/>
              <a:tabLst/>
            </a:pPr>
            <a:endParaRPr kumimoji="0" lang="en-US" sz="2000" b="0" i="0" u="none" strike="noStrike" cap="none" normalizeH="0" baseline="0">
              <a:ln>
                <a:solidFill>
                  <a:schemeClr val="accent1">
                    <a:lumMod val="60000"/>
                    <a:lumOff val="40000"/>
                  </a:schemeClr>
                </a:solidFill>
              </a:ln>
              <a:solidFill>
                <a:schemeClr val="tx1"/>
              </a:solidFill>
              <a:effectLst/>
              <a:latin typeface="Arial" charset="0"/>
            </a:endParaRPr>
          </a:p>
        </p:txBody>
      </p:sp>
      <p:pic>
        <p:nvPicPr>
          <p:cNvPr id="3" name="Picture 2">
            <a:extLst>
              <a:ext uri="{FF2B5EF4-FFF2-40B4-BE49-F238E27FC236}">
                <a16:creationId xmlns:a16="http://schemas.microsoft.com/office/drawing/2014/main" id="{412ECB25-7AAD-0229-23E3-E91198B1F649}"/>
              </a:ext>
            </a:extLst>
          </p:cNvPr>
          <p:cNvPicPr>
            <a:picLocks noChangeAspect="1"/>
          </p:cNvPicPr>
          <p:nvPr/>
        </p:nvPicPr>
        <p:blipFill>
          <a:blip r:embed="rId4"/>
          <a:stretch>
            <a:fillRect/>
          </a:stretch>
        </p:blipFill>
        <p:spPr>
          <a:xfrm>
            <a:off x="604079" y="1523697"/>
            <a:ext cx="8158921" cy="4518167"/>
          </a:xfrm>
          <a:prstGeom prst="rect">
            <a:avLst/>
          </a:prstGeom>
        </p:spPr>
      </p:pic>
    </p:spTree>
    <p:extLst>
      <p:ext uri="{BB962C8B-B14F-4D97-AF65-F5344CB8AC3E}">
        <p14:creationId xmlns:p14="http://schemas.microsoft.com/office/powerpoint/2010/main" val="2603472052"/>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7000" r="-17000"/>
          </a:stretch>
        </a:blipFill>
        <a:effectLst/>
      </p:bgPr>
    </p:bg>
    <p:spTree>
      <p:nvGrpSpPr>
        <p:cNvPr id="1" name=""/>
        <p:cNvGrpSpPr/>
        <p:nvPr/>
      </p:nvGrpSpPr>
      <p:grpSpPr>
        <a:xfrm>
          <a:off x="0" y="0"/>
          <a:ext cx="0" cy="0"/>
          <a:chOff x="0" y="0"/>
          <a:chExt cx="0" cy="0"/>
        </a:xfrm>
      </p:grpSpPr>
      <p:sp>
        <p:nvSpPr>
          <p:cNvPr id="4" name="TextBox 3"/>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p:cNvPicPr/>
          <p:nvPr/>
        </p:nvPicPr>
        <p:blipFill>
          <a:blip r:embed="rId4">
            <a:extLst>
              <a:ext uri="{28A0092B-C50C-407E-A947-70E740481C1C}">
                <a14:useLocalDpi xmlns:a14="http://schemas.microsoft.com/office/drawing/2010/main" val="0"/>
              </a:ext>
            </a:extLst>
          </a:blip>
          <a:srcRect/>
          <a:stretch>
            <a:fillRect/>
          </a:stretch>
        </p:blipFill>
        <p:spPr bwMode="auto">
          <a:xfrm>
            <a:off x="6248400" y="71436"/>
            <a:ext cx="2895599" cy="995363"/>
          </a:xfrm>
          <a:prstGeom prst="rect">
            <a:avLst/>
          </a:prstGeom>
          <a:noFill/>
          <a:ln>
            <a:noFill/>
          </a:ln>
        </p:spPr>
      </p:pic>
      <p:sp>
        <p:nvSpPr>
          <p:cNvPr id="3" name="Text Placeholder 2"/>
          <p:cNvSpPr>
            <a:spLocks noGrp="1"/>
          </p:cNvSpPr>
          <p:nvPr>
            <p:ph type="body" sz="half" idx="1"/>
          </p:nvPr>
        </p:nvSpPr>
        <p:spPr>
          <a:solidFill>
            <a:schemeClr val="accent2">
              <a:lumMod val="20000"/>
              <a:lumOff val="80000"/>
            </a:schemeClr>
          </a:solidFill>
        </p:spPr>
        <p:txBody>
          <a:bodyPr/>
          <a:lstStyle/>
          <a:p>
            <a:pPr marL="0" indent="0">
              <a:buNone/>
            </a:pPr>
            <a:r>
              <a:rPr lang="en-US" sz="1800" u="sng" dirty="0"/>
              <a:t>Data Modeler Role: </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Design and build the data model:</a:t>
            </a:r>
            <a:r>
              <a:rPr lang="en-US" altLang="en-US" sz="1200" dirty="0">
                <a:solidFill>
                  <a:srgbClr val="0A0A0A"/>
                </a:solidFill>
                <a:latin typeface="Arial" panose="020B0604020202020204" pitchFamily="34" charset="0"/>
                <a:cs typeface="Arial" panose="020B0604020202020204" pitchFamily="34" charset="0"/>
              </a:rPr>
              <a:t> Create the blueprint of the data by defining tables, relationships, and hierarchies.</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Establish relationships:</a:t>
            </a:r>
            <a:r>
              <a:rPr lang="en-US" altLang="en-US" sz="1200" dirty="0">
                <a:solidFill>
                  <a:srgbClr val="0A0A0A"/>
                </a:solidFill>
                <a:latin typeface="Arial" panose="020B0604020202020204" pitchFamily="34" charset="0"/>
                <a:cs typeface="Arial" panose="020B0604020202020204" pitchFamily="34" charset="0"/>
              </a:rPr>
              <a:t> Connect tables from different data sources, ensuring proper relationships are created so the data can be analyzed together.</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Create calculations:</a:t>
            </a:r>
            <a:r>
              <a:rPr lang="en-US" altLang="en-US" sz="1200" dirty="0">
                <a:solidFill>
                  <a:srgbClr val="0A0A0A"/>
                </a:solidFill>
                <a:latin typeface="Arial" panose="020B0604020202020204" pitchFamily="34" charset="0"/>
                <a:cs typeface="Arial" panose="020B0604020202020204" pitchFamily="34" charset="0"/>
              </a:rPr>
              <a:t> Develop measures and calculated columns using DAX to meet specific business requirements.</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Implement star schema:</a:t>
            </a:r>
            <a:r>
              <a:rPr lang="en-US" altLang="en-US" sz="1200" dirty="0">
                <a:solidFill>
                  <a:srgbClr val="0A0A0A"/>
                </a:solidFill>
                <a:latin typeface="Arial" panose="020B0604020202020204" pitchFamily="34" charset="0"/>
                <a:cs typeface="Arial" panose="020B0604020202020204" pitchFamily="34" charset="0"/>
              </a:rPr>
              <a:t> Structure the data using a star schema, which involves connecting dimension tables (like customers, products, and dates) to fact tables (like sales and transactions).</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Improve performance:</a:t>
            </a:r>
            <a:r>
              <a:rPr lang="en-US" altLang="en-US" sz="1200" dirty="0">
                <a:solidFill>
                  <a:srgbClr val="0A0A0A"/>
                </a:solidFill>
                <a:latin typeface="Arial" panose="020B0604020202020204" pitchFamily="34" charset="0"/>
                <a:cs typeface="Arial" panose="020B0604020202020204" pitchFamily="34" charset="0"/>
              </a:rPr>
              <a:t> Optimize the model to ensure fast report load times and efficient data retrieval.</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Maintain data integrity:</a:t>
            </a:r>
            <a:r>
              <a:rPr lang="en-US" altLang="en-US" sz="1200" dirty="0">
                <a:solidFill>
                  <a:srgbClr val="0A0A0A"/>
                </a:solidFill>
                <a:latin typeface="Arial" panose="020B0604020202020204" pitchFamily="34" charset="0"/>
                <a:cs typeface="Arial" panose="020B0604020202020204" pitchFamily="34" charset="0"/>
              </a:rPr>
              <a:t> Ensure data accuracy and consistency, creating a single source of truth that decision-makers can trust.</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Collaborate with other roles:</a:t>
            </a:r>
            <a:r>
              <a:rPr lang="en-US" altLang="en-US" sz="1200" dirty="0">
                <a:solidFill>
                  <a:srgbClr val="0A0A0A"/>
                </a:solidFill>
                <a:latin typeface="Arial" panose="020B0604020202020204" pitchFamily="34" charset="0"/>
                <a:cs typeface="Arial" panose="020B0604020202020204" pitchFamily="34" charset="0"/>
              </a:rPr>
              <a:t> Work closely with data engineers to get clean data and with business users to understand data needs. </a:t>
            </a:r>
          </a:p>
          <a:p>
            <a:pPr marL="0" indent="0">
              <a:buNone/>
            </a:pPr>
            <a:endParaRPr lang="en-US" dirty="0"/>
          </a:p>
          <a:p>
            <a:pPr marL="0" indent="0">
              <a:buNone/>
            </a:pPr>
            <a:endParaRPr lang="en-US" sz="1403" dirty="0"/>
          </a:p>
        </p:txBody>
      </p:sp>
      <p:sp>
        <p:nvSpPr>
          <p:cNvPr id="8" name="Title 7"/>
          <p:cNvSpPr>
            <a:spLocks noGrp="1"/>
          </p:cNvSpPr>
          <p:nvPr>
            <p:ph type="title"/>
          </p:nvPr>
        </p:nvSpPr>
        <p:spPr/>
        <p:txBody>
          <a:bodyPr/>
          <a:lstStyle/>
          <a:p>
            <a:r>
              <a:rPr lang="en-US" sz="3200" dirty="0">
                <a:solidFill>
                  <a:schemeClr val="bg2">
                    <a:lumMod val="75000"/>
                    <a:lumOff val="25000"/>
                  </a:schemeClr>
                </a:solidFill>
              </a:rPr>
              <a:t>Team Functionality Power BI</a:t>
            </a:r>
          </a:p>
        </p:txBody>
      </p:sp>
      <p:sp>
        <p:nvSpPr>
          <p:cNvPr id="9" name="Text Placeholder 2"/>
          <p:cNvSpPr txBox="1">
            <a:spLocks/>
          </p:cNvSpPr>
          <p:nvPr/>
        </p:nvSpPr>
        <p:spPr bwMode="auto">
          <a:xfrm>
            <a:off x="4711706" y="1600200"/>
            <a:ext cx="4092578" cy="4495800"/>
          </a:xfrm>
          <a:prstGeom prst="rect">
            <a:avLst/>
          </a:prstGeom>
          <a:solidFill>
            <a:schemeClr val="bg2">
              <a:lumMod val="10000"/>
              <a:lumOff val="90000"/>
            </a:schemeClr>
          </a:solidFill>
          <a:ln>
            <a:noFill/>
          </a:ln>
          <a:effectLst/>
        </p:spPr>
        <p:txBody>
          <a:bodyPr vert="horz" wrap="square" lIns="90488" tIns="44453" rIns="90488" bIns="44453"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SzPct val="80000"/>
              <a:buFont typeface="Monotype Sorts" pitchFamily="2" charset="2"/>
              <a:buChar char="l"/>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Font typeface="Wingdings" pitchFamily="2" charset="2"/>
              <a:buChar char="Ø"/>
              <a:defRPr sz="2000">
                <a:solidFill>
                  <a:schemeClr val="tx1"/>
                </a:solidFill>
                <a:latin typeface="+mn-lt"/>
              </a:defRPr>
            </a:lvl2pPr>
            <a:lvl3pPr marL="1143000" indent="-228600" algn="l" rtl="0" eaLnBrk="0" fontAlgn="base" hangingPunct="0">
              <a:spcBef>
                <a:spcPct val="20000"/>
              </a:spcBef>
              <a:spcAft>
                <a:spcPct val="0"/>
              </a:spcAft>
              <a:buClr>
                <a:schemeClr val="tx1"/>
              </a:buClr>
              <a:buSzPct val="60000"/>
              <a:buFont typeface="Monotype Sorts" pitchFamily="2" charset="2"/>
              <a:buChar char="n"/>
              <a:defRPr>
                <a:solidFill>
                  <a:schemeClr val="tx1"/>
                </a:solidFill>
                <a:latin typeface="+mn-lt"/>
              </a:defRPr>
            </a:lvl3pPr>
            <a:lvl4pPr marL="1600200" indent="-228600" algn="l" rtl="0" eaLnBrk="0" fontAlgn="base" hangingPunct="0">
              <a:spcBef>
                <a:spcPct val="20000"/>
              </a:spcBef>
              <a:spcAft>
                <a:spcPct val="0"/>
              </a:spcAft>
              <a:buClr>
                <a:schemeClr val="tx1"/>
              </a:buClr>
              <a:buSzPct val="90000"/>
              <a:buFont typeface="Wingdings" pitchFamily="2" charset="2"/>
              <a:buChar char="Ø"/>
              <a:defRPr sz="1600">
                <a:solidFill>
                  <a:schemeClr val="tx1"/>
                </a:solidFill>
                <a:latin typeface="+mn-lt"/>
              </a:defRPr>
            </a:lvl4pPr>
            <a:lvl5pPr marL="20574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5pPr>
            <a:lvl6pPr marL="25146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6pPr>
            <a:lvl7pPr marL="29718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7pPr>
            <a:lvl8pPr marL="34290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8pPr>
            <a:lvl9pPr marL="3886200" indent="-228600" algn="l" rtl="0" eaLnBrk="0" fontAlgn="base" hangingPunct="0">
              <a:spcBef>
                <a:spcPct val="20000"/>
              </a:spcBef>
              <a:spcAft>
                <a:spcPct val="0"/>
              </a:spcAft>
              <a:buClr>
                <a:schemeClr val="tx1"/>
              </a:buClr>
              <a:buSzPct val="60000"/>
              <a:buFont typeface="Monotype Sorts" pitchFamily="2" charset="2"/>
              <a:buChar char="n"/>
              <a:defRPr sz="1400">
                <a:solidFill>
                  <a:schemeClr val="tx1"/>
                </a:solidFill>
                <a:latin typeface="+mn-lt"/>
              </a:defRPr>
            </a:lvl9pPr>
          </a:lstStyle>
          <a:p>
            <a:pPr marL="0" indent="0">
              <a:buNone/>
            </a:pPr>
            <a:r>
              <a:rPr lang="en-US" sz="1800" u="sng" kern="0" dirty="0"/>
              <a:t>Data Analyst/Report Developer Role: </a:t>
            </a:r>
            <a:endParaRPr lang="en-US" sz="1800" kern="0" dirty="0"/>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Requirements gathering:</a:t>
            </a:r>
            <a:r>
              <a:rPr lang="en-US" altLang="en-US" sz="1200" dirty="0">
                <a:solidFill>
                  <a:srgbClr val="0A0A0A"/>
                </a:solidFill>
                <a:latin typeface="Arial" panose="020B0604020202020204" pitchFamily="34" charset="0"/>
                <a:cs typeface="Arial" panose="020B0604020202020204" pitchFamily="34" charset="0"/>
              </a:rPr>
              <a:t> Work with stakeholders to understand their data needs and translate them into technical specifications.</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Report and dashboard development:</a:t>
            </a:r>
            <a:r>
              <a:rPr lang="en-US" altLang="en-US" sz="1200" dirty="0">
                <a:solidFill>
                  <a:srgbClr val="0A0A0A"/>
                </a:solidFill>
                <a:latin typeface="Arial" panose="020B0604020202020204" pitchFamily="34" charset="0"/>
                <a:cs typeface="Arial" panose="020B0604020202020204" pitchFamily="34" charset="0"/>
              </a:rPr>
              <a:t> Design and develop interactive and visually appealing reports and dashboards using Power BI.</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Performance optimization:</a:t>
            </a:r>
            <a:r>
              <a:rPr lang="en-US" altLang="en-US" sz="1200" dirty="0">
                <a:solidFill>
                  <a:srgbClr val="0A0A0A"/>
                </a:solidFill>
                <a:latin typeface="Arial" panose="020B0604020202020204" pitchFamily="34" charset="0"/>
                <a:cs typeface="Arial" panose="020B0604020202020204" pitchFamily="34" charset="0"/>
              </a:rPr>
              <a:t> Ensure reports and dashboards are performant and efficient.</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Data accuracy and governance:</a:t>
            </a:r>
            <a:r>
              <a:rPr lang="en-US" altLang="en-US" sz="1200" dirty="0">
                <a:solidFill>
                  <a:srgbClr val="0A0A0A"/>
                </a:solidFill>
                <a:latin typeface="Arial" panose="020B0604020202020204" pitchFamily="34" charset="0"/>
                <a:cs typeface="Arial" panose="020B0604020202020204" pitchFamily="34" charset="0"/>
              </a:rPr>
              <a:t> Ensure data accuracy, security, and compliance within the reports.</a:t>
            </a:r>
          </a:p>
          <a:p>
            <a:pPr marL="0" indent="0">
              <a:spcBef>
                <a:spcPct val="0"/>
              </a:spcBef>
              <a:buClrTx/>
              <a:buSzTx/>
              <a:buFontTx/>
              <a:buChar char="•"/>
            </a:pPr>
            <a:r>
              <a:rPr lang="en-US" altLang="en-US" sz="1200" b="1" dirty="0">
                <a:solidFill>
                  <a:srgbClr val="0A0A0A"/>
                </a:solidFill>
                <a:latin typeface="Arial" panose="020B0604020202020204" pitchFamily="34" charset="0"/>
                <a:cs typeface="Arial" panose="020B0604020202020204" pitchFamily="34" charset="0"/>
              </a:rPr>
              <a:t>Insight generation:</a:t>
            </a:r>
            <a:r>
              <a:rPr lang="en-US" altLang="en-US" sz="1200" dirty="0">
                <a:solidFill>
                  <a:srgbClr val="0A0A0A"/>
                </a:solidFill>
                <a:latin typeface="Arial" panose="020B0604020202020204" pitchFamily="34" charset="0"/>
                <a:cs typeface="Arial" panose="020B0604020202020204" pitchFamily="34" charset="0"/>
              </a:rPr>
              <a:t> Analyze the data to uncover trends and provide actionable insights to business teams.</a:t>
            </a:r>
            <a:endParaRPr lang="en-US" sz="1200"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9106106"/>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7000" r="-17000"/>
          </a:stretch>
        </a:blipFill>
        <a:effectLst/>
      </p:bgPr>
    </p:bg>
    <p:spTree>
      <p:nvGrpSpPr>
        <p:cNvPr id="1" name="">
          <a:extLst>
            <a:ext uri="{FF2B5EF4-FFF2-40B4-BE49-F238E27FC236}">
              <a16:creationId xmlns:a16="http://schemas.microsoft.com/office/drawing/2014/main" id="{90C198F5-4DBC-691F-2A56-EA1D2D3E17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48FA92B-2189-5805-3BC4-289968B1C544}"/>
              </a:ext>
            </a:extLst>
          </p:cNvPr>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a:extLst>
              <a:ext uri="{FF2B5EF4-FFF2-40B4-BE49-F238E27FC236}">
                <a16:creationId xmlns:a16="http://schemas.microsoft.com/office/drawing/2014/main" id="{D1A9F65B-8A59-D7CF-E845-F2E4B2737317}"/>
              </a:ext>
            </a:extLst>
          </p:cNvPr>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a:extLst>
              <a:ext uri="{FF2B5EF4-FFF2-40B4-BE49-F238E27FC236}">
                <a16:creationId xmlns:a16="http://schemas.microsoft.com/office/drawing/2014/main" id="{726D8DC8-5137-5079-C106-762F2ED89F98}"/>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219825" y="0"/>
            <a:ext cx="2924175" cy="1143000"/>
          </a:xfrm>
          <a:prstGeom prst="rect">
            <a:avLst/>
          </a:prstGeom>
          <a:noFill/>
          <a:ln>
            <a:noFill/>
          </a:ln>
        </p:spPr>
      </p:pic>
      <p:sp>
        <p:nvSpPr>
          <p:cNvPr id="2" name="Title 1">
            <a:extLst>
              <a:ext uri="{FF2B5EF4-FFF2-40B4-BE49-F238E27FC236}">
                <a16:creationId xmlns:a16="http://schemas.microsoft.com/office/drawing/2014/main" id="{20C7B0E2-6F0F-D0D4-6B78-014CE8B4FC29}"/>
              </a:ext>
            </a:extLst>
          </p:cNvPr>
          <p:cNvSpPr>
            <a:spLocks noGrp="1"/>
          </p:cNvSpPr>
          <p:nvPr>
            <p:ph type="title"/>
          </p:nvPr>
        </p:nvSpPr>
        <p:spPr/>
        <p:txBody>
          <a:bodyPr/>
          <a:lstStyle/>
          <a:p>
            <a:r>
              <a:rPr lang="en-US" sz="3202" dirty="0">
                <a:solidFill>
                  <a:schemeClr val="bg2">
                    <a:lumMod val="75000"/>
                    <a:lumOff val="25000"/>
                  </a:schemeClr>
                </a:solidFill>
              </a:rPr>
              <a:t>Hub and Spoke Model</a:t>
            </a:r>
          </a:p>
        </p:txBody>
      </p:sp>
      <p:pic>
        <p:nvPicPr>
          <p:cNvPr id="16" name="Picture 15">
            <a:extLst>
              <a:ext uri="{FF2B5EF4-FFF2-40B4-BE49-F238E27FC236}">
                <a16:creationId xmlns:a16="http://schemas.microsoft.com/office/drawing/2014/main" id="{B0DFBCE5-354B-4305-85FF-EE00A2654AEB}"/>
              </a:ext>
            </a:extLst>
          </p:cNvPr>
          <p:cNvPicPr>
            <a:picLocks noChangeAspect="1"/>
          </p:cNvPicPr>
          <p:nvPr/>
        </p:nvPicPr>
        <p:blipFill>
          <a:blip r:embed="rId5"/>
          <a:stretch>
            <a:fillRect/>
          </a:stretch>
        </p:blipFill>
        <p:spPr>
          <a:xfrm>
            <a:off x="914400" y="1571978"/>
            <a:ext cx="7086600" cy="4451626"/>
          </a:xfrm>
          <a:prstGeom prst="rect">
            <a:avLst/>
          </a:prstGeom>
        </p:spPr>
      </p:pic>
    </p:spTree>
    <p:extLst>
      <p:ext uri="{BB962C8B-B14F-4D97-AF65-F5344CB8AC3E}">
        <p14:creationId xmlns:p14="http://schemas.microsoft.com/office/powerpoint/2010/main" val="1998265402"/>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7000" r="-17000"/>
          </a:stretch>
        </a:blipFill>
        <a:effectLst/>
      </p:bgPr>
    </p:bg>
    <p:spTree>
      <p:nvGrpSpPr>
        <p:cNvPr id="1" name="">
          <a:extLst>
            <a:ext uri="{FF2B5EF4-FFF2-40B4-BE49-F238E27FC236}">
              <a16:creationId xmlns:a16="http://schemas.microsoft.com/office/drawing/2014/main" id="{B3AB0231-F3EA-79A9-BAD1-A9F4E217145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3597D1-FEA8-C775-1E89-D751274DC4DB}"/>
              </a:ext>
            </a:extLst>
          </p:cNvPr>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a:extLst>
              <a:ext uri="{FF2B5EF4-FFF2-40B4-BE49-F238E27FC236}">
                <a16:creationId xmlns:a16="http://schemas.microsoft.com/office/drawing/2014/main" id="{E169A47A-F302-44A7-77A7-2B1156391568}"/>
              </a:ext>
            </a:extLst>
          </p:cNvPr>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a:extLst>
              <a:ext uri="{FF2B5EF4-FFF2-40B4-BE49-F238E27FC236}">
                <a16:creationId xmlns:a16="http://schemas.microsoft.com/office/drawing/2014/main" id="{3711CE1F-B649-0876-C672-F1E7871F02C2}"/>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219825" y="0"/>
            <a:ext cx="2924175" cy="1143000"/>
          </a:xfrm>
          <a:prstGeom prst="rect">
            <a:avLst/>
          </a:prstGeom>
          <a:noFill/>
          <a:ln>
            <a:noFill/>
          </a:ln>
        </p:spPr>
      </p:pic>
      <p:sp>
        <p:nvSpPr>
          <p:cNvPr id="2" name="Title 1">
            <a:extLst>
              <a:ext uri="{FF2B5EF4-FFF2-40B4-BE49-F238E27FC236}">
                <a16:creationId xmlns:a16="http://schemas.microsoft.com/office/drawing/2014/main" id="{D4A6AA21-2DDC-CCAB-5B8A-CA5ABB59F282}"/>
              </a:ext>
            </a:extLst>
          </p:cNvPr>
          <p:cNvSpPr>
            <a:spLocks noGrp="1"/>
          </p:cNvSpPr>
          <p:nvPr>
            <p:ph type="title"/>
          </p:nvPr>
        </p:nvSpPr>
        <p:spPr/>
        <p:txBody>
          <a:bodyPr/>
          <a:lstStyle/>
          <a:p>
            <a:r>
              <a:rPr lang="en-US" sz="3202" dirty="0">
                <a:solidFill>
                  <a:schemeClr val="bg2">
                    <a:lumMod val="75000"/>
                    <a:lumOff val="25000"/>
                  </a:schemeClr>
                </a:solidFill>
              </a:rPr>
              <a:t>M. Roberts Team BI Status</a:t>
            </a:r>
          </a:p>
        </p:txBody>
      </p:sp>
      <p:graphicFrame>
        <p:nvGraphicFramePr>
          <p:cNvPr id="3" name="Table 2">
            <a:extLst>
              <a:ext uri="{FF2B5EF4-FFF2-40B4-BE49-F238E27FC236}">
                <a16:creationId xmlns:a16="http://schemas.microsoft.com/office/drawing/2014/main" id="{ECB5A1DB-856F-AF81-FA65-7151EB37D0C3}"/>
              </a:ext>
            </a:extLst>
          </p:cNvPr>
          <p:cNvGraphicFramePr>
            <a:graphicFrameLocks noGrp="1"/>
          </p:cNvGraphicFramePr>
          <p:nvPr>
            <p:extLst>
              <p:ext uri="{D42A27DB-BD31-4B8C-83A1-F6EECF244321}">
                <p14:modId xmlns:p14="http://schemas.microsoft.com/office/powerpoint/2010/main" val="2865220918"/>
              </p:ext>
            </p:extLst>
          </p:nvPr>
        </p:nvGraphicFramePr>
        <p:xfrm>
          <a:off x="762000" y="1452837"/>
          <a:ext cx="7391400" cy="4655580"/>
        </p:xfrm>
        <a:graphic>
          <a:graphicData uri="http://schemas.openxmlformats.org/drawingml/2006/table">
            <a:tbl>
              <a:tblPr/>
              <a:tblGrid>
                <a:gridCol w="625232">
                  <a:extLst>
                    <a:ext uri="{9D8B030D-6E8A-4147-A177-3AD203B41FA5}">
                      <a16:colId xmlns:a16="http://schemas.microsoft.com/office/drawing/2014/main" val="220719378"/>
                    </a:ext>
                  </a:extLst>
                </a:gridCol>
                <a:gridCol w="505237">
                  <a:extLst>
                    <a:ext uri="{9D8B030D-6E8A-4147-A177-3AD203B41FA5}">
                      <a16:colId xmlns:a16="http://schemas.microsoft.com/office/drawing/2014/main" val="2670058543"/>
                    </a:ext>
                  </a:extLst>
                </a:gridCol>
                <a:gridCol w="923637">
                  <a:extLst>
                    <a:ext uri="{9D8B030D-6E8A-4147-A177-3AD203B41FA5}">
                      <a16:colId xmlns:a16="http://schemas.microsoft.com/office/drawing/2014/main" val="1597766220"/>
                    </a:ext>
                  </a:extLst>
                </a:gridCol>
                <a:gridCol w="599969">
                  <a:extLst>
                    <a:ext uri="{9D8B030D-6E8A-4147-A177-3AD203B41FA5}">
                      <a16:colId xmlns:a16="http://schemas.microsoft.com/office/drawing/2014/main" val="2774668636"/>
                    </a:ext>
                  </a:extLst>
                </a:gridCol>
                <a:gridCol w="821011">
                  <a:extLst>
                    <a:ext uri="{9D8B030D-6E8A-4147-A177-3AD203B41FA5}">
                      <a16:colId xmlns:a16="http://schemas.microsoft.com/office/drawing/2014/main" val="1885937209"/>
                    </a:ext>
                  </a:extLst>
                </a:gridCol>
                <a:gridCol w="2747822">
                  <a:extLst>
                    <a:ext uri="{9D8B030D-6E8A-4147-A177-3AD203B41FA5}">
                      <a16:colId xmlns:a16="http://schemas.microsoft.com/office/drawing/2014/main" val="4179100535"/>
                    </a:ext>
                  </a:extLst>
                </a:gridCol>
                <a:gridCol w="1168492">
                  <a:extLst>
                    <a:ext uri="{9D8B030D-6E8A-4147-A177-3AD203B41FA5}">
                      <a16:colId xmlns:a16="http://schemas.microsoft.com/office/drawing/2014/main" val="3760837315"/>
                    </a:ext>
                  </a:extLst>
                </a:gridCol>
              </a:tblGrid>
              <a:tr h="228600">
                <a:tc>
                  <a:txBody>
                    <a:bodyPr/>
                    <a:lstStyle/>
                    <a:p>
                      <a:pPr algn="ctr" fontAlgn="b">
                        <a:buNone/>
                      </a:pPr>
                      <a:r>
                        <a:rPr lang="en-US" sz="1000" b="1" i="0" u="none" strike="noStrike" dirty="0">
                          <a:solidFill>
                            <a:srgbClr val="000000"/>
                          </a:solidFill>
                          <a:effectLst/>
                          <a:latin typeface="Aptos Narrow" panose="020B0004020202020204" pitchFamily="34" charset="0"/>
                        </a:rPr>
                        <a:t>Director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Director Dept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Manager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Manager Dept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Report Dev Team Dept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Report Development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Bi Spoke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extLst>
                  <a:ext uri="{0D108BD9-81ED-4DB2-BD59-A6C34878D82A}">
                    <a16:rowId xmlns:a16="http://schemas.microsoft.com/office/drawing/2014/main" val="278126079"/>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Adam Sederholt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Armand Allen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dirty="0">
                          <a:solidFill>
                            <a:srgbClr val="000000"/>
                          </a:solidFill>
                          <a:effectLst/>
                          <a:latin typeface="Aptos Narrow" panose="020B0004020202020204" pitchFamily="34" charset="0"/>
                        </a:rPr>
                        <a:t>Liz Ryan's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Supplier 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415215"/>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Adam Sederholt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Jason Kennedy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Liz Ryan's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Supplier 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6421560"/>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Adam Sederholt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JoAnne Russo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Liz Ryan's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Supplier 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2413130"/>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Adam Sederholt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Joshua Chouinard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Liz Ryan's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Supplier 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7280164"/>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Adam Sederholt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Thomas Belchik</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Liz Ryan's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Supplier 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1261836"/>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John Kimball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Apolonio Montejano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 D938 RD's: T. Gordon, G. Cooke, H. Cook, L. Brennan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47599"/>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John Kimball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Douglas Finegan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 D938 RD's: T. Gordon, G. Cooke, H. Cook, L. Brennan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2559350"/>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John Kimball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Fredrick Barth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 D938 RD's: T. Gordon, G. Cooke, H. Cook, L. Brennan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4532188"/>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John Kimball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Mark Glennon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 D938 RD's: T. Gordon, G. Cooke, H. Cook, L. Brennan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3964152"/>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Sean Reith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Benjamin Vreeland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 D322 RD's: J. Westervelt, J. Varkey, A. Dudau</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6157517"/>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Sean Reith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Kerri-Anne Nunn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 D322 RD's: J. Westervelt, J. Varkey, A. Dudau</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6278429"/>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Sean Reith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Thomas Yeo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 D322 RD's: J. Westervelt, J. Varkey, A. Dudau</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7873466"/>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Sean Reith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Timothy Cochran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 D322 RD's: J. Westervelt, J. Varkey, A. Dudau</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3368957"/>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Jeffery Hooper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Ervin Doubleday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083033"/>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Jeffery Hooper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German Felix</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364907"/>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Jeffery Hooper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Robert Rasmussen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8987364"/>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Kirk Scheel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John Tuneski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7679851"/>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Kirk Scheel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Patrick Gouveia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4397149"/>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Kirk Scheel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Raymond Filosa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0470438"/>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Kirk Scheel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Robert Niles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3536747"/>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Kirk Scheel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Steven Mayott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9893138"/>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Kirk Scheel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Vincent Mangino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341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282854"/>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Jeffery Johnson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Gregory Wong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Dylan Austin-Mathley, with support from 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5139238"/>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Jeffery Johnson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Kristen Woodka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Dylan Austin-Mathley, with support from 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8047379"/>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Jeffery Johnson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Nathan Hall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Dylan Austin-Mathley, with support from 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8232807"/>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Jeffery Johnson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Robert Rommel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438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Dylan Austin-Mathley, with support from Quality Spoke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Quality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0133444"/>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Daniel Vieira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645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Boyd Weese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645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Allison Staniec's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Planning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3627793"/>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Daniel Vieira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645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Marie Martin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503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Allison Staniec's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Planning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8098635"/>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Daniel Vieira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645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Matthew Crimmins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975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Allison Staniec's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Planning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8628625"/>
                  </a:ext>
                </a:extLst>
              </a:tr>
              <a:tr h="145026">
                <a:tc>
                  <a:txBody>
                    <a:bodyPr/>
                    <a:lstStyle/>
                    <a:p>
                      <a:pPr algn="l" fontAlgn="b">
                        <a:buNone/>
                      </a:pPr>
                      <a:r>
                        <a:rPr lang="en-US" sz="700" b="0" i="0" u="none" strike="noStrike">
                          <a:solidFill>
                            <a:srgbClr val="000000"/>
                          </a:solidFill>
                          <a:effectLst/>
                          <a:latin typeface="Aptos Narrow" panose="020B0004020202020204" pitchFamily="34" charset="0"/>
                        </a:rPr>
                        <a:t>Daniel Vieira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645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Peter Raffo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506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700" b="0" i="0" u="none" strike="noStrike">
                          <a:solidFill>
                            <a:srgbClr val="000000"/>
                          </a:solidFill>
                          <a:effectLst/>
                          <a:latin typeface="Aptos Narrow" panose="020B0004020202020204" pitchFamily="34" charset="0"/>
                        </a:rPr>
                        <a:t>355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ptos Narrow" panose="020B0004020202020204" pitchFamily="34" charset="0"/>
                        </a:rPr>
                        <a:t>Allison Staniec's Team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dirty="0">
                          <a:solidFill>
                            <a:srgbClr val="000000"/>
                          </a:solidFill>
                          <a:effectLst/>
                          <a:latin typeface="Aptos Narrow" panose="020B0004020202020204" pitchFamily="34" charset="0"/>
                        </a:rPr>
                        <a:t>Planning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4818405"/>
                  </a:ext>
                </a:extLst>
              </a:tr>
            </a:tbl>
          </a:graphicData>
        </a:graphic>
      </p:graphicFrame>
    </p:spTree>
    <p:extLst>
      <p:ext uri="{BB962C8B-B14F-4D97-AF65-F5344CB8AC3E}">
        <p14:creationId xmlns:p14="http://schemas.microsoft.com/office/powerpoint/2010/main" val="888528289"/>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7000" r="-17000"/>
          </a:stretch>
        </a:blipFill>
        <a:effectLst/>
      </p:bgPr>
    </p:bg>
    <p:spTree>
      <p:nvGrpSpPr>
        <p:cNvPr id="1" name="">
          <a:extLst>
            <a:ext uri="{FF2B5EF4-FFF2-40B4-BE49-F238E27FC236}">
              <a16:creationId xmlns:a16="http://schemas.microsoft.com/office/drawing/2014/main" id="{F362A7F9-EDC1-6FA6-386E-30A856FEE5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8A7776-F7EC-F836-0C9A-F1C9A4BE38C1}"/>
              </a:ext>
            </a:extLst>
          </p:cNvPr>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a:extLst>
              <a:ext uri="{FF2B5EF4-FFF2-40B4-BE49-F238E27FC236}">
                <a16:creationId xmlns:a16="http://schemas.microsoft.com/office/drawing/2014/main" id="{24508148-8E63-2C4E-F6C8-7F5E2A2007AA}"/>
              </a:ext>
            </a:extLst>
          </p:cNvPr>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a:extLst>
              <a:ext uri="{FF2B5EF4-FFF2-40B4-BE49-F238E27FC236}">
                <a16:creationId xmlns:a16="http://schemas.microsoft.com/office/drawing/2014/main" id="{C7B9EFE1-6587-E2F2-828D-DBECF3C77508}"/>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209595" y="102138"/>
            <a:ext cx="2934405" cy="1033167"/>
          </a:xfrm>
          <a:prstGeom prst="rect">
            <a:avLst/>
          </a:prstGeom>
          <a:noFill/>
          <a:ln>
            <a:noFill/>
          </a:ln>
        </p:spPr>
      </p:pic>
      <p:sp>
        <p:nvSpPr>
          <p:cNvPr id="2" name="Title 1">
            <a:extLst>
              <a:ext uri="{FF2B5EF4-FFF2-40B4-BE49-F238E27FC236}">
                <a16:creationId xmlns:a16="http://schemas.microsoft.com/office/drawing/2014/main" id="{04BD5CF4-A8C3-E405-776F-42FEDFDC73E1}"/>
              </a:ext>
            </a:extLst>
          </p:cNvPr>
          <p:cNvSpPr>
            <a:spLocks noGrp="1"/>
          </p:cNvSpPr>
          <p:nvPr>
            <p:ph type="title"/>
          </p:nvPr>
        </p:nvSpPr>
        <p:spPr/>
        <p:txBody>
          <a:bodyPr/>
          <a:lstStyle/>
          <a:p>
            <a:r>
              <a:rPr lang="en-US" sz="2400" dirty="0">
                <a:solidFill>
                  <a:schemeClr val="bg2">
                    <a:lumMod val="75000"/>
                    <a:lumOff val="25000"/>
                  </a:schemeClr>
                </a:solidFill>
              </a:rPr>
              <a:t>Future State of the D424 DAT </a:t>
            </a:r>
            <a:r>
              <a:rPr lang="en-US" sz="1598" dirty="0">
                <a:solidFill>
                  <a:schemeClr val="bg2">
                    <a:lumMod val="75000"/>
                    <a:lumOff val="25000"/>
                  </a:schemeClr>
                </a:solidFill>
              </a:rPr>
              <a:t>(Target)</a:t>
            </a:r>
            <a:endParaRPr lang="en-US" sz="3202" dirty="0">
              <a:solidFill>
                <a:schemeClr val="bg2">
                  <a:lumMod val="75000"/>
                  <a:lumOff val="25000"/>
                </a:schemeClr>
              </a:solidFill>
            </a:endParaRPr>
          </a:p>
        </p:txBody>
      </p:sp>
      <p:sp>
        <p:nvSpPr>
          <p:cNvPr id="10" name="TextBox 9">
            <a:extLst>
              <a:ext uri="{FF2B5EF4-FFF2-40B4-BE49-F238E27FC236}">
                <a16:creationId xmlns:a16="http://schemas.microsoft.com/office/drawing/2014/main" id="{D6BB9A21-2605-14A5-C68C-E9D8F2D1F9C1}"/>
              </a:ext>
            </a:extLst>
          </p:cNvPr>
          <p:cNvSpPr txBox="1"/>
          <p:nvPr/>
        </p:nvSpPr>
        <p:spPr>
          <a:xfrm>
            <a:off x="1395374" y="4246997"/>
            <a:ext cx="1662985" cy="758669"/>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1400" dirty="0"/>
              <a:t>Radiological Controls</a:t>
            </a:r>
          </a:p>
          <a:p>
            <a:pPr algn="ctr"/>
            <a:r>
              <a:rPr lang="en-US" sz="1400" dirty="0"/>
              <a:t>(Johnson) D438</a:t>
            </a:r>
          </a:p>
        </p:txBody>
      </p:sp>
      <p:sp>
        <p:nvSpPr>
          <p:cNvPr id="11" name="TextBox 10">
            <a:extLst>
              <a:ext uri="{FF2B5EF4-FFF2-40B4-BE49-F238E27FC236}">
                <a16:creationId xmlns:a16="http://schemas.microsoft.com/office/drawing/2014/main" id="{16AB0BCA-4A44-CD93-1C4F-F549CC75691A}"/>
              </a:ext>
            </a:extLst>
          </p:cNvPr>
          <p:cNvSpPr txBox="1"/>
          <p:nvPr/>
        </p:nvSpPr>
        <p:spPr>
          <a:xfrm>
            <a:off x="5503338" y="4232498"/>
            <a:ext cx="1953633" cy="758669"/>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1400" dirty="0"/>
              <a:t>Quality Assurance Quonset Point</a:t>
            </a:r>
          </a:p>
          <a:p>
            <a:pPr algn="ctr"/>
            <a:r>
              <a:rPr lang="en-US" sz="1400" dirty="0"/>
              <a:t>(Kimball) D938</a:t>
            </a:r>
          </a:p>
        </p:txBody>
      </p:sp>
      <p:sp>
        <p:nvSpPr>
          <p:cNvPr id="21" name="TextBox 20">
            <a:extLst>
              <a:ext uri="{FF2B5EF4-FFF2-40B4-BE49-F238E27FC236}">
                <a16:creationId xmlns:a16="http://schemas.microsoft.com/office/drawing/2014/main" id="{8E5D0680-9C99-2C11-E173-4C580EC7ADCA}"/>
              </a:ext>
            </a:extLst>
          </p:cNvPr>
          <p:cNvSpPr txBox="1"/>
          <p:nvPr/>
        </p:nvSpPr>
        <p:spPr>
          <a:xfrm>
            <a:off x="1606844" y="3276600"/>
            <a:ext cx="1240047" cy="500137"/>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1400" dirty="0"/>
              <a:t>SME Report Developers</a:t>
            </a:r>
          </a:p>
        </p:txBody>
      </p:sp>
      <p:cxnSp>
        <p:nvCxnSpPr>
          <p:cNvPr id="28" name="Straight Connector 27">
            <a:extLst>
              <a:ext uri="{FF2B5EF4-FFF2-40B4-BE49-F238E27FC236}">
                <a16:creationId xmlns:a16="http://schemas.microsoft.com/office/drawing/2014/main" id="{940CCEA3-1D49-665F-6B26-74B95E340A90}"/>
              </a:ext>
            </a:extLst>
          </p:cNvPr>
          <p:cNvCxnSpPr>
            <a:cxnSpLocks/>
            <a:stCxn id="10" idx="0"/>
            <a:endCxn id="21" idx="2"/>
          </p:cNvCxnSpPr>
          <p:nvPr/>
        </p:nvCxnSpPr>
        <p:spPr bwMode="auto">
          <a:xfrm flipV="1">
            <a:off x="2226867" y="3776737"/>
            <a:ext cx="1" cy="470260"/>
          </a:xfrm>
          <a:prstGeom prst="line">
            <a:avLst/>
          </a:prstGeom>
          <a:ln/>
        </p:spPr>
        <p:style>
          <a:lnRef idx="1">
            <a:schemeClr val="accent4"/>
          </a:lnRef>
          <a:fillRef idx="0">
            <a:schemeClr val="accent4"/>
          </a:fillRef>
          <a:effectRef idx="0">
            <a:schemeClr val="accent4"/>
          </a:effectRef>
          <a:fontRef idx="minor">
            <a:schemeClr val="tx1"/>
          </a:fontRef>
        </p:style>
      </p:cxnSp>
      <p:sp>
        <p:nvSpPr>
          <p:cNvPr id="41" name="TextBox 40">
            <a:extLst>
              <a:ext uri="{FF2B5EF4-FFF2-40B4-BE49-F238E27FC236}">
                <a16:creationId xmlns:a16="http://schemas.microsoft.com/office/drawing/2014/main" id="{D0320821-3F5C-619B-5A4E-861EEEC23B48}"/>
              </a:ext>
            </a:extLst>
          </p:cNvPr>
          <p:cNvSpPr txBox="1"/>
          <p:nvPr/>
        </p:nvSpPr>
        <p:spPr>
          <a:xfrm>
            <a:off x="3319710" y="1736206"/>
            <a:ext cx="2014290" cy="684803"/>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2000" dirty="0"/>
              <a:t>D424 DAT Supervisor</a:t>
            </a:r>
          </a:p>
        </p:txBody>
      </p:sp>
      <p:cxnSp>
        <p:nvCxnSpPr>
          <p:cNvPr id="101" name="Straight Connector 100">
            <a:extLst>
              <a:ext uri="{FF2B5EF4-FFF2-40B4-BE49-F238E27FC236}">
                <a16:creationId xmlns:a16="http://schemas.microsoft.com/office/drawing/2014/main" id="{8429472C-B4C6-74D0-2AE6-E30143AEC014}"/>
              </a:ext>
            </a:extLst>
          </p:cNvPr>
          <p:cNvCxnSpPr>
            <a:cxnSpLocks/>
          </p:cNvCxnSpPr>
          <p:nvPr/>
        </p:nvCxnSpPr>
        <p:spPr bwMode="auto">
          <a:xfrm flipV="1">
            <a:off x="4193615" y="2421009"/>
            <a:ext cx="0" cy="1105660"/>
          </a:xfrm>
          <a:prstGeom prst="line">
            <a:avLst/>
          </a:prstGeom>
          <a:ln>
            <a:solidFill>
              <a:schemeClr val="accent1">
                <a:lumMod val="60000"/>
                <a:lumOff val="40000"/>
              </a:schemeClr>
            </a:solidFill>
            <a:prstDash val="dash"/>
          </a:ln>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A67FD534-5AB9-3505-C6FB-FAB37F55A2E9}"/>
              </a:ext>
            </a:extLst>
          </p:cNvPr>
          <p:cNvCxnSpPr>
            <a:cxnSpLocks/>
          </p:cNvCxnSpPr>
          <p:nvPr/>
        </p:nvCxnSpPr>
        <p:spPr bwMode="auto">
          <a:xfrm flipV="1">
            <a:off x="6480155" y="3775404"/>
            <a:ext cx="3396" cy="457094"/>
          </a:xfrm>
          <a:prstGeom prst="line">
            <a:avLst/>
          </a:prstGeom>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F52F9D60-2FEC-4581-3BC0-BA78C51DB86A}"/>
              </a:ext>
            </a:extLst>
          </p:cNvPr>
          <p:cNvSpPr txBox="1"/>
          <p:nvPr/>
        </p:nvSpPr>
        <p:spPr>
          <a:xfrm>
            <a:off x="5750703" y="3276600"/>
            <a:ext cx="1465697" cy="500137"/>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1400" dirty="0"/>
              <a:t>SME Report Developers</a:t>
            </a:r>
          </a:p>
        </p:txBody>
      </p:sp>
      <p:cxnSp>
        <p:nvCxnSpPr>
          <p:cNvPr id="64" name="Straight Connector 63">
            <a:extLst>
              <a:ext uri="{FF2B5EF4-FFF2-40B4-BE49-F238E27FC236}">
                <a16:creationId xmlns:a16="http://schemas.microsoft.com/office/drawing/2014/main" id="{0854F73F-CA74-8328-7A16-596EF04C5A6A}"/>
              </a:ext>
            </a:extLst>
          </p:cNvPr>
          <p:cNvCxnSpPr>
            <a:cxnSpLocks/>
            <a:endCxn id="37" idx="1"/>
          </p:cNvCxnSpPr>
          <p:nvPr/>
        </p:nvCxnSpPr>
        <p:spPr bwMode="auto">
          <a:xfrm>
            <a:off x="4193615" y="3526669"/>
            <a:ext cx="1557088" cy="0"/>
          </a:xfrm>
          <a:prstGeom prst="line">
            <a:avLst/>
          </a:prstGeom>
          <a:ln>
            <a:solidFill>
              <a:srgbClr val="FF0000"/>
            </a:solidFill>
            <a:prstDash val="dash"/>
          </a:ln>
        </p:spPr>
        <p:style>
          <a:lnRef idx="1">
            <a:schemeClr val="accent4"/>
          </a:lnRef>
          <a:fillRef idx="0">
            <a:schemeClr val="accent4"/>
          </a:fillRef>
          <a:effectRef idx="0">
            <a:schemeClr val="accent4"/>
          </a:effectRef>
          <a:fontRef idx="minor">
            <a:schemeClr val="tx1"/>
          </a:fontRef>
        </p:style>
      </p:cxnSp>
      <p:cxnSp>
        <p:nvCxnSpPr>
          <p:cNvPr id="65" name="Straight Connector 64">
            <a:extLst>
              <a:ext uri="{FF2B5EF4-FFF2-40B4-BE49-F238E27FC236}">
                <a16:creationId xmlns:a16="http://schemas.microsoft.com/office/drawing/2014/main" id="{F5AD5529-7F37-9F39-37B0-88D84852B260}"/>
              </a:ext>
            </a:extLst>
          </p:cNvPr>
          <p:cNvCxnSpPr>
            <a:cxnSpLocks/>
            <a:stCxn id="21" idx="3"/>
          </p:cNvCxnSpPr>
          <p:nvPr/>
        </p:nvCxnSpPr>
        <p:spPr bwMode="auto">
          <a:xfrm>
            <a:off x="2846891" y="3526669"/>
            <a:ext cx="1346724" cy="0"/>
          </a:xfrm>
          <a:prstGeom prst="line">
            <a:avLst/>
          </a:prstGeom>
          <a:ln>
            <a:solidFill>
              <a:srgbClr val="FF0000"/>
            </a:solidFill>
            <a:prstDash val="dash"/>
          </a:ln>
        </p:spPr>
        <p:style>
          <a:lnRef idx="1">
            <a:schemeClr val="accent4"/>
          </a:lnRef>
          <a:fillRef idx="0">
            <a:schemeClr val="accent4"/>
          </a:fillRef>
          <a:effectRef idx="0">
            <a:schemeClr val="accent4"/>
          </a:effectRef>
          <a:fontRef idx="minor">
            <a:schemeClr val="tx1"/>
          </a:fontRef>
        </p:style>
      </p:cxnSp>
      <p:sp>
        <p:nvSpPr>
          <p:cNvPr id="3" name="TextBox 2">
            <a:extLst>
              <a:ext uri="{FF2B5EF4-FFF2-40B4-BE49-F238E27FC236}">
                <a16:creationId xmlns:a16="http://schemas.microsoft.com/office/drawing/2014/main" id="{D89A458B-EEF2-DFD8-9C57-D39C25990AB5}"/>
              </a:ext>
            </a:extLst>
          </p:cNvPr>
          <p:cNvSpPr txBox="1"/>
          <p:nvPr/>
        </p:nvSpPr>
        <p:spPr>
          <a:xfrm>
            <a:off x="3287626" y="4232497"/>
            <a:ext cx="1953633" cy="543226"/>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1400" dirty="0"/>
              <a:t>Quality Assurance </a:t>
            </a:r>
          </a:p>
          <a:p>
            <a:pPr algn="ctr"/>
            <a:r>
              <a:rPr lang="en-US" sz="1400" dirty="0"/>
              <a:t>(Reith) D320</a:t>
            </a:r>
          </a:p>
        </p:txBody>
      </p:sp>
      <p:sp>
        <p:nvSpPr>
          <p:cNvPr id="5" name="TextBox 4">
            <a:extLst>
              <a:ext uri="{FF2B5EF4-FFF2-40B4-BE49-F238E27FC236}">
                <a16:creationId xmlns:a16="http://schemas.microsoft.com/office/drawing/2014/main" id="{7D2C6134-84B4-A910-CBE3-CAD45518479B}"/>
              </a:ext>
            </a:extLst>
          </p:cNvPr>
          <p:cNvSpPr txBox="1"/>
          <p:nvPr/>
        </p:nvSpPr>
        <p:spPr>
          <a:xfrm>
            <a:off x="3520253" y="3288632"/>
            <a:ext cx="1465697" cy="500137"/>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1400" dirty="0"/>
              <a:t>SME Report Developers</a:t>
            </a:r>
          </a:p>
        </p:txBody>
      </p:sp>
      <p:cxnSp>
        <p:nvCxnSpPr>
          <p:cNvPr id="8" name="Straight Connector 7">
            <a:extLst>
              <a:ext uri="{FF2B5EF4-FFF2-40B4-BE49-F238E27FC236}">
                <a16:creationId xmlns:a16="http://schemas.microsoft.com/office/drawing/2014/main" id="{C4590CF1-B7AA-1953-4F5E-264D02E6BC90}"/>
              </a:ext>
            </a:extLst>
          </p:cNvPr>
          <p:cNvCxnSpPr>
            <a:cxnSpLocks/>
          </p:cNvCxnSpPr>
          <p:nvPr/>
        </p:nvCxnSpPr>
        <p:spPr bwMode="auto">
          <a:xfrm flipV="1">
            <a:off x="4214282" y="3775403"/>
            <a:ext cx="3396" cy="457094"/>
          </a:xfrm>
          <a:prstGeom prst="line">
            <a:avLst/>
          </a:prstGeom>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824623141"/>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7000" r="-17000"/>
          </a:stretch>
        </a:blipFill>
        <a:effectLst/>
      </p:bgPr>
    </p:bg>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457200" y="533400"/>
            <a:ext cx="7848600" cy="731520"/>
          </a:xfrm>
        </p:spPr>
        <p:txBody>
          <a:bodyPr/>
          <a:lstStyle/>
          <a:p>
            <a:r>
              <a:rPr lang="en-US" dirty="0">
                <a:solidFill>
                  <a:schemeClr val="bg2">
                    <a:lumMod val="75000"/>
                    <a:lumOff val="25000"/>
                  </a:schemeClr>
                </a:solidFill>
              </a:rPr>
              <a:t>Next Steps</a:t>
            </a:r>
          </a:p>
        </p:txBody>
      </p:sp>
      <p:sp>
        <p:nvSpPr>
          <p:cNvPr id="4" name="TextBox 3"/>
          <p:cNvSpPr txBox="1"/>
          <p:nvPr/>
        </p:nvSpPr>
        <p:spPr>
          <a:xfrm>
            <a:off x="3810000" y="76204"/>
            <a:ext cx="1524000" cy="308226"/>
          </a:xfrm>
          <a:prstGeom prst="rect">
            <a:avLst/>
          </a:prstGeom>
          <a:noFill/>
        </p:spPr>
        <p:txBody>
          <a:bodyPr wrap="square" rtlCol="0">
            <a:spAutoFit/>
          </a:bodyPr>
          <a:lstStyle/>
          <a:p>
            <a:pPr algn="ctr"/>
            <a:r>
              <a:rPr lang="en-US" sz="1403" dirty="0"/>
              <a:t>UUI</a:t>
            </a:r>
          </a:p>
        </p:txBody>
      </p:sp>
      <p:sp>
        <p:nvSpPr>
          <p:cNvPr id="6" name="TextBox 5"/>
          <p:cNvSpPr txBox="1"/>
          <p:nvPr/>
        </p:nvSpPr>
        <p:spPr>
          <a:xfrm>
            <a:off x="3810000" y="6477004"/>
            <a:ext cx="1524000" cy="308226"/>
          </a:xfrm>
          <a:prstGeom prst="rect">
            <a:avLst/>
          </a:prstGeom>
          <a:noFill/>
        </p:spPr>
        <p:txBody>
          <a:bodyPr wrap="square" rtlCol="0">
            <a:spAutoFit/>
          </a:bodyPr>
          <a:lstStyle/>
          <a:p>
            <a:pPr algn="ctr"/>
            <a:r>
              <a:rPr lang="en-US" sz="1403" dirty="0"/>
              <a:t>UUI</a:t>
            </a:r>
          </a:p>
        </p:txBody>
      </p:sp>
      <p:pic>
        <p:nvPicPr>
          <p:cNvPr id="7" name="Content Placeholder 5" descr="cid:image004.jpg@01D99928.8F42EDD0"/>
          <p:cNvPicPr/>
          <p:nvPr/>
        </p:nvPicPr>
        <p:blipFill>
          <a:blip r:embed="rId4">
            <a:extLst>
              <a:ext uri="{28A0092B-C50C-407E-A947-70E740481C1C}">
                <a14:useLocalDpi xmlns:a14="http://schemas.microsoft.com/office/drawing/2010/main" val="0"/>
              </a:ext>
            </a:extLst>
          </a:blip>
          <a:srcRect/>
          <a:stretch>
            <a:fillRect/>
          </a:stretch>
        </p:blipFill>
        <p:spPr bwMode="auto">
          <a:xfrm>
            <a:off x="6192522" y="76204"/>
            <a:ext cx="2946398" cy="1041397"/>
          </a:xfrm>
          <a:prstGeom prst="rect">
            <a:avLst/>
          </a:prstGeom>
          <a:noFill/>
          <a:ln>
            <a:noFill/>
          </a:ln>
        </p:spPr>
      </p:pic>
      <p:sp>
        <p:nvSpPr>
          <p:cNvPr id="2" name="TextBox 1">
            <a:extLst>
              <a:ext uri="{FF2B5EF4-FFF2-40B4-BE49-F238E27FC236}">
                <a16:creationId xmlns:a16="http://schemas.microsoft.com/office/drawing/2014/main" id="{D3B342BC-DF78-E975-B47C-CD9FDE6CCFE7}"/>
              </a:ext>
            </a:extLst>
          </p:cNvPr>
          <p:cNvSpPr txBox="1"/>
          <p:nvPr/>
        </p:nvSpPr>
        <p:spPr>
          <a:xfrm>
            <a:off x="533400" y="1524000"/>
            <a:ext cx="8077200" cy="2577116"/>
          </a:xfrm>
          <a:prstGeom prst="rect">
            <a:avLst/>
          </a:prstGeom>
          <a:noFill/>
        </p:spPr>
        <p:txBody>
          <a:bodyPr wrap="square" rtlCol="0">
            <a:spAutoFit/>
          </a:bodyPr>
          <a:lstStyle/>
          <a:p>
            <a:pPr marL="342818" indent="-342818">
              <a:buFont typeface="Arial" panose="020B0604020202020204" pitchFamily="34" charset="0"/>
              <a:buChar char="•"/>
            </a:pPr>
            <a:r>
              <a:rPr lang="en-US" sz="1800" dirty="0"/>
              <a:t>Open req for Data Analyst/Report Developer (2025-16363) – Offer accepted, currently onboarding</a:t>
            </a:r>
          </a:p>
          <a:p>
            <a:pPr marL="342818" indent="-342818">
              <a:buFont typeface="Arial" panose="020B0604020202020204" pitchFamily="34" charset="0"/>
              <a:buChar char="•"/>
            </a:pPr>
            <a:r>
              <a:rPr lang="en-US" sz="1800" dirty="0"/>
              <a:t>Open req for Quality Control Analyst, offer accepted start date 8/2/2026</a:t>
            </a:r>
          </a:p>
          <a:p>
            <a:pPr marL="342818" indent="-342818">
              <a:buFont typeface="Arial" panose="020B0604020202020204" pitchFamily="34" charset="0"/>
              <a:buChar char="•"/>
            </a:pPr>
            <a:r>
              <a:rPr lang="en-US" sz="1800" dirty="0"/>
              <a:t>Meet with department managers to attain stakeholder buy in for identifying Power BI report developer within their organization that can support 424 future state DAT - (Complete)</a:t>
            </a:r>
          </a:p>
          <a:p>
            <a:endParaRPr lang="en-US" sz="1800" dirty="0"/>
          </a:p>
          <a:p>
            <a:pPr marL="342818" indent="-342818">
              <a:buFont typeface="Arial" panose="020B0604020202020204" pitchFamily="34" charset="0"/>
              <a:buChar char="•"/>
            </a:pPr>
            <a:endParaRPr lang="en-US" sz="1028" dirty="0"/>
          </a:p>
          <a:p>
            <a:pPr marL="342818" indent="-342818">
              <a:buFont typeface="Arial" panose="020B0604020202020204" pitchFamily="34" charset="0"/>
              <a:buChar char="•"/>
            </a:pPr>
            <a:endParaRPr lang="en-US" sz="1028" dirty="0"/>
          </a:p>
        </p:txBody>
      </p:sp>
    </p:spTree>
    <p:extLst>
      <p:ext uri="{BB962C8B-B14F-4D97-AF65-F5344CB8AC3E}">
        <p14:creationId xmlns:p14="http://schemas.microsoft.com/office/powerpoint/2010/main" val="2021818010"/>
      </p:ext>
    </p:extLst>
  </p:cSld>
  <p:clrMapOvr>
    <a:masterClrMapping/>
  </p:clrMapOvr>
  <mc:AlternateContent xmlns:mc="http://schemas.openxmlformats.org/markup-compatibility/2006" xmlns:p14="http://schemas.microsoft.com/office/powerpoint/2010/main">
    <mc:Choice Requires="p14">
      <p:transition p14:dur="10" advClick="0">
        <p:cut/>
      </p:transition>
    </mc:Choice>
    <mc:Fallback xmlns="">
      <p:transition advClick="0">
        <p:cut/>
      </p:transition>
    </mc:Fallback>
  </mc:AlternateContent>
</p:sld>
</file>

<file path=ppt/theme/theme1.xml><?xml version="1.0" encoding="utf-8"?>
<a:theme xmlns:a="http://schemas.openxmlformats.org/drawingml/2006/main" name="NEW Aom">
  <a:themeElements>
    <a:clrScheme name="">
      <a:dk1>
        <a:srgbClr val="000000"/>
      </a:dk1>
      <a:lt1>
        <a:srgbClr val="FFFFFF"/>
      </a:lt1>
      <a:dk2>
        <a:srgbClr val="000000"/>
      </a:dk2>
      <a:lt2>
        <a:srgbClr val="003148"/>
      </a:lt2>
      <a:accent1>
        <a:srgbClr val="800000"/>
      </a:accent1>
      <a:accent2>
        <a:srgbClr val="CC6600"/>
      </a:accent2>
      <a:accent3>
        <a:srgbClr val="FFFFFF"/>
      </a:accent3>
      <a:accent4>
        <a:srgbClr val="000000"/>
      </a:accent4>
      <a:accent5>
        <a:srgbClr val="C0AAAA"/>
      </a:accent5>
      <a:accent6>
        <a:srgbClr val="B95C00"/>
      </a:accent6>
      <a:hlink>
        <a:srgbClr val="808000"/>
      </a:hlink>
      <a:folHlink>
        <a:srgbClr val="FFB473"/>
      </a:folHlink>
    </a:clrScheme>
    <a:fontScheme name="NEW Aom">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488" tIns="44450" rIns="90488" bIns="4445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tx1"/>
          </a:buClr>
          <a:buSzPct val="90000"/>
          <a:buFont typeface="Monotype Sorts" pitchFamily="2" charset="2"/>
          <a:buNone/>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488" tIns="44450" rIns="90488" bIns="4445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tx1"/>
          </a:buClr>
          <a:buSzPct val="90000"/>
          <a:buFont typeface="Monotype Sorts" pitchFamily="2" charset="2"/>
          <a:buNone/>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NEW A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W Aom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EW Aom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W Aom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W Ao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W Ao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EW Ao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Custom 10">
      <a:dk1>
        <a:srgbClr val="000000"/>
      </a:dk1>
      <a:lt1>
        <a:srgbClr val="FFFFFF"/>
      </a:lt1>
      <a:dk2>
        <a:srgbClr val="00519B"/>
      </a:dk2>
      <a:lt2>
        <a:srgbClr val="EEECE1"/>
      </a:lt2>
      <a:accent1>
        <a:srgbClr val="004986"/>
      </a:accent1>
      <a:accent2>
        <a:srgbClr val="3079B9"/>
      </a:accent2>
      <a:accent3>
        <a:srgbClr val="707070"/>
      </a:accent3>
      <a:accent4>
        <a:srgbClr val="243B4C"/>
      </a:accent4>
      <a:accent5>
        <a:srgbClr val="8EBD78"/>
      </a:accent5>
      <a:accent6>
        <a:srgbClr val="00509B"/>
      </a:accent6>
      <a:hlink>
        <a:srgbClr val="00519B"/>
      </a:hlink>
      <a:folHlink>
        <a:srgbClr val="6D6E7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79BF724F-AAD3-434A-BCBA-FBFECE19AF6C}" vid="{FD51B507-06AA-EB4D-8B0E-36430216F83F}"/>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be516f0-a481-4a85-b130-cf002ed18f6b}" enabled="1" method="Privileged" siteId="{6a6f73c8-6f8f-49d4-952c-6921dd9bb6a4}" contentBits="0" removed="0"/>
</clbl:labelList>
</file>

<file path=docProps/app.xml><?xml version="1.0" encoding="utf-8"?>
<Properties xmlns="http://schemas.openxmlformats.org/officeDocument/2006/extended-properties" xmlns:vt="http://schemas.openxmlformats.org/officeDocument/2006/docPropsVTypes">
  <Template/>
  <TotalTime>94847</TotalTime>
  <Pages>5</Pages>
  <Words>1553</Words>
  <Application>Microsoft Office PowerPoint</Application>
  <PresentationFormat>On-screen Show (4:3)</PresentationFormat>
  <Paragraphs>351</Paragraphs>
  <Slides>11</Slides>
  <Notes>11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Aptos Narrow</vt:lpstr>
      <vt:lpstr>Arial</vt:lpstr>
      <vt:lpstr>GDCorp</vt:lpstr>
      <vt:lpstr>GDCosub</vt:lpstr>
      <vt:lpstr>GDunivlt</vt:lpstr>
      <vt:lpstr>Monotype Sorts</vt:lpstr>
      <vt:lpstr>Wingdings</vt:lpstr>
      <vt:lpstr>NEW Aom</vt:lpstr>
      <vt:lpstr>1_Office Theme</vt:lpstr>
      <vt:lpstr>PowerPoint Presentation</vt:lpstr>
      <vt:lpstr>BLUF</vt:lpstr>
      <vt:lpstr>Current State</vt:lpstr>
      <vt:lpstr>Team Functionality Coding/DSTs</vt:lpstr>
      <vt:lpstr>QPS Data</vt:lpstr>
      <vt:lpstr>QPS Interface</vt:lpstr>
      <vt:lpstr>Team Functionality Power BI</vt:lpstr>
      <vt:lpstr>Hub and Spoke Model</vt:lpstr>
      <vt:lpstr>M. Roberts Team BI Status</vt:lpstr>
      <vt:lpstr>Future State of the D424 DAT (Target)</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Bath Iron Works Color35mm Presentation</dc:title>
  <dc:creator>North Light Communications</dc:creator>
  <cp:lastModifiedBy>Connor W Holliday</cp:lastModifiedBy>
  <cp:revision>983</cp:revision>
  <cp:lastPrinted>2026-01-05T14:49:30Z</cp:lastPrinted>
  <dcterms:created xsi:type="dcterms:W3CDTF">1998-12-07T13:36:14Z</dcterms:created>
  <dcterms:modified xsi:type="dcterms:W3CDTF">2026-08-20T17:23:59Z</dcterms:modified>
</cp:coreProperties>
</file>